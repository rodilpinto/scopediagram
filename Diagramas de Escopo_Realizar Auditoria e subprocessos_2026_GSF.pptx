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3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4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5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522" r:id="rId2"/>
    <p:sldId id="486" r:id="rId3"/>
    <p:sldId id="523" r:id="rId4"/>
    <p:sldId id="524" r:id="rId5"/>
    <p:sldId id="494" r:id="rId6"/>
    <p:sldId id="483" r:id="rId7"/>
    <p:sldId id="519" r:id="rId8"/>
    <p:sldId id="501" r:id="rId9"/>
    <p:sldId id="502" r:id="rId10"/>
    <p:sldId id="503" r:id="rId11"/>
    <p:sldId id="504" r:id="rId12"/>
    <p:sldId id="505" r:id="rId13"/>
    <p:sldId id="506" r:id="rId14"/>
    <p:sldId id="509" r:id="rId15"/>
    <p:sldId id="526" r:id="rId16"/>
    <p:sldId id="508" r:id="rId17"/>
    <p:sldId id="512" r:id="rId18"/>
    <p:sldId id="528" r:id="rId19"/>
    <p:sldId id="510" r:id="rId20"/>
    <p:sldId id="513" r:id="rId21"/>
    <p:sldId id="529" r:id="rId22"/>
    <p:sldId id="521" r:id="rId23"/>
    <p:sldId id="511" r:id="rId24"/>
    <p:sldId id="514" r:id="rId25"/>
  </p:sldIdLst>
  <p:sldSz cx="12192000" cy="6858000"/>
  <p:notesSz cx="6797675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7FBEF"/>
    <a:srgbClr val="99CB38"/>
    <a:srgbClr val="EEECE6"/>
    <a:srgbClr val="8CBA30"/>
    <a:srgbClr val="3B3B3B"/>
    <a:srgbClr val="3FA535"/>
    <a:srgbClr val="595959"/>
    <a:srgbClr val="5B7343"/>
    <a:srgbClr val="FFB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Ênfas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25E5076-3810-47DD-B79F-674D7AD40C01}" styleName="Estilo Escuro 1 - Ênfas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74" autoAdjust="0"/>
    <p:restoredTop sz="95282" autoAdjust="0"/>
  </p:normalViewPr>
  <p:slideViewPr>
    <p:cSldViewPr snapToGrid="0" showGuides="1">
      <p:cViewPr varScale="1">
        <p:scale>
          <a:sx n="61" d="100"/>
          <a:sy n="61" d="100"/>
        </p:scale>
        <p:origin x="358" y="-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104"/>
    </p:cViewPr>
  </p:sorterViewPr>
  <p:notesViewPr>
    <p:cSldViewPr snapToGrid="0">
      <p:cViewPr varScale="1">
        <p:scale>
          <a:sx n="82" d="100"/>
          <a:sy n="82" d="100"/>
        </p:scale>
        <p:origin x="397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jpg"/><Relationship Id="rId4" Type="http://schemas.openxmlformats.org/officeDocument/2006/relationships/image" Target="../media/image27.jp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jpg"/><Relationship Id="rId4" Type="http://schemas.openxmlformats.org/officeDocument/2006/relationships/image" Target="../media/image2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3D1F6E-A866-4559-A731-903D50944663}" type="doc">
      <dgm:prSet loTypeId="urn:microsoft.com/office/officeart/2008/layout/VerticalCurvedLis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A43FEEB-F475-4DE3-A27A-83A4CF5DB2D3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Inputs - Entradas</a:t>
          </a:r>
          <a:endParaRPr lang="pt-BR" dirty="0">
            <a:solidFill>
              <a:srgbClr val="000000"/>
            </a:solidFill>
          </a:endParaRPr>
        </a:p>
      </dgm:t>
    </dgm:pt>
    <dgm:pt modelId="{F52FB7AF-5EE8-4708-9C95-7B93087145C0}" type="parTrans" cxnId="{F70AE2EF-73F3-4816-BCC1-79F2E560E94A}">
      <dgm:prSet/>
      <dgm:spPr/>
      <dgm:t>
        <a:bodyPr/>
        <a:lstStyle/>
        <a:p>
          <a:endParaRPr lang="pt-BR">
            <a:solidFill>
              <a:srgbClr val="000000"/>
            </a:solidFill>
          </a:endParaRPr>
        </a:p>
      </dgm:t>
    </dgm:pt>
    <dgm:pt modelId="{5D638066-3D10-4C97-B26C-707B01C0F152}" type="sibTrans" cxnId="{F70AE2EF-73F3-4816-BCC1-79F2E560E94A}">
      <dgm:prSet/>
      <dgm:spPr/>
      <dgm:t>
        <a:bodyPr/>
        <a:lstStyle/>
        <a:p>
          <a:endParaRPr lang="pt-BR">
            <a:solidFill>
              <a:srgbClr val="000000"/>
            </a:solidFill>
          </a:endParaRPr>
        </a:p>
      </dgm:t>
    </dgm:pt>
    <dgm:pt modelId="{DDCAF886-3FC1-4EE3-A811-64E067B65DAA}">
      <dgm:prSet phldrT="[Texto]"/>
      <dgm:spPr/>
      <dgm:t>
        <a:bodyPr/>
        <a:lstStyle/>
        <a:p>
          <a:r>
            <a:rPr lang="pt-BR" dirty="0" err="1" smtClean="0">
              <a:solidFill>
                <a:srgbClr val="000000"/>
              </a:solidFill>
            </a:rPr>
            <a:t>Guides</a:t>
          </a:r>
          <a:r>
            <a:rPr lang="pt-BR" dirty="0" smtClean="0">
              <a:solidFill>
                <a:srgbClr val="000000"/>
              </a:solidFill>
            </a:rPr>
            <a:t> - Reguladores</a:t>
          </a:r>
          <a:endParaRPr lang="pt-BR" dirty="0">
            <a:solidFill>
              <a:srgbClr val="000000"/>
            </a:solidFill>
          </a:endParaRPr>
        </a:p>
      </dgm:t>
    </dgm:pt>
    <dgm:pt modelId="{BF67829D-521A-4C70-869A-6B6B76591EB5}" type="parTrans" cxnId="{AB5180E6-DB0A-424A-8E83-622D8FC8B4CE}">
      <dgm:prSet/>
      <dgm:spPr/>
      <dgm:t>
        <a:bodyPr/>
        <a:lstStyle/>
        <a:p>
          <a:endParaRPr lang="pt-BR">
            <a:solidFill>
              <a:srgbClr val="000000"/>
            </a:solidFill>
          </a:endParaRPr>
        </a:p>
      </dgm:t>
    </dgm:pt>
    <dgm:pt modelId="{B29C838C-E1CE-402C-9902-557218BFC707}" type="sibTrans" cxnId="{AB5180E6-DB0A-424A-8E83-622D8FC8B4CE}">
      <dgm:prSet/>
      <dgm:spPr/>
      <dgm:t>
        <a:bodyPr/>
        <a:lstStyle/>
        <a:p>
          <a:endParaRPr lang="pt-BR">
            <a:solidFill>
              <a:srgbClr val="000000"/>
            </a:solidFill>
          </a:endParaRPr>
        </a:p>
      </dgm:t>
    </dgm:pt>
    <dgm:pt modelId="{B468369A-63AD-43E8-85E6-E20753718926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Outputs - Saídas</a:t>
          </a:r>
          <a:endParaRPr lang="pt-BR" dirty="0">
            <a:solidFill>
              <a:srgbClr val="000000"/>
            </a:solidFill>
          </a:endParaRPr>
        </a:p>
      </dgm:t>
    </dgm:pt>
    <dgm:pt modelId="{561FB598-5A16-4F12-A23B-301999B038EE}" type="parTrans" cxnId="{A51D81B9-8617-4527-BDEE-1E4EC282DF8A}">
      <dgm:prSet/>
      <dgm:spPr/>
      <dgm:t>
        <a:bodyPr/>
        <a:lstStyle/>
        <a:p>
          <a:endParaRPr lang="pt-BR">
            <a:solidFill>
              <a:srgbClr val="000000"/>
            </a:solidFill>
          </a:endParaRPr>
        </a:p>
      </dgm:t>
    </dgm:pt>
    <dgm:pt modelId="{1615E981-409A-4B98-9212-7885D5399206}" type="sibTrans" cxnId="{A51D81B9-8617-4527-BDEE-1E4EC282DF8A}">
      <dgm:prSet/>
      <dgm:spPr/>
      <dgm:t>
        <a:bodyPr/>
        <a:lstStyle/>
        <a:p>
          <a:endParaRPr lang="pt-BR">
            <a:solidFill>
              <a:srgbClr val="000000"/>
            </a:solidFill>
          </a:endParaRPr>
        </a:p>
      </dgm:t>
    </dgm:pt>
    <dgm:pt modelId="{C44DA9A4-A829-47C9-A846-EAEEEF6E5312}">
      <dgm:prSet phldrT="[Texto]"/>
      <dgm:spPr/>
      <dgm:t>
        <a:bodyPr/>
        <a:lstStyle/>
        <a:p>
          <a:r>
            <a:rPr lang="pt-BR" dirty="0" err="1" smtClean="0">
              <a:solidFill>
                <a:srgbClr val="000000"/>
              </a:solidFill>
            </a:rPr>
            <a:t>Enablers</a:t>
          </a:r>
          <a:r>
            <a:rPr lang="pt-BR" dirty="0" smtClean="0">
              <a:solidFill>
                <a:srgbClr val="000000"/>
              </a:solidFill>
            </a:rPr>
            <a:t> - Recursos</a:t>
          </a:r>
          <a:endParaRPr lang="pt-BR" dirty="0">
            <a:solidFill>
              <a:srgbClr val="000000"/>
            </a:solidFill>
          </a:endParaRPr>
        </a:p>
      </dgm:t>
    </dgm:pt>
    <dgm:pt modelId="{4A3D543C-20B7-4EE1-9DC6-172D1B7AD697}" type="parTrans" cxnId="{DE70A42A-CCDE-4481-8B12-E450848B0417}">
      <dgm:prSet/>
      <dgm:spPr/>
      <dgm:t>
        <a:bodyPr/>
        <a:lstStyle/>
        <a:p>
          <a:endParaRPr lang="pt-BR">
            <a:solidFill>
              <a:srgbClr val="000000"/>
            </a:solidFill>
          </a:endParaRPr>
        </a:p>
      </dgm:t>
    </dgm:pt>
    <dgm:pt modelId="{58FEF3E6-C392-44EE-9C34-CBF2425CC159}" type="sibTrans" cxnId="{DE70A42A-CCDE-4481-8B12-E450848B0417}">
      <dgm:prSet/>
      <dgm:spPr/>
      <dgm:t>
        <a:bodyPr/>
        <a:lstStyle/>
        <a:p>
          <a:endParaRPr lang="pt-BR">
            <a:solidFill>
              <a:srgbClr val="000000"/>
            </a:solidFill>
          </a:endParaRPr>
        </a:p>
      </dgm:t>
    </dgm:pt>
    <dgm:pt modelId="{8054B976-AECC-46D7-8FF6-8284609FB476}" type="pres">
      <dgm:prSet presAssocID="{6D3D1F6E-A866-4559-A731-903D50944663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pt-BR"/>
        </a:p>
      </dgm:t>
    </dgm:pt>
    <dgm:pt modelId="{EFB3FC9B-CEA2-4FF3-A9E2-83C58A784D74}" type="pres">
      <dgm:prSet presAssocID="{6D3D1F6E-A866-4559-A731-903D50944663}" presName="Name1" presStyleCnt="0"/>
      <dgm:spPr/>
    </dgm:pt>
    <dgm:pt modelId="{55679506-C6DE-4F86-AF40-9D2F4AE594A9}" type="pres">
      <dgm:prSet presAssocID="{6D3D1F6E-A866-4559-A731-903D50944663}" presName="cycle" presStyleCnt="0"/>
      <dgm:spPr/>
    </dgm:pt>
    <dgm:pt modelId="{DBF3DB13-9946-4A9B-9499-378DD888D8CB}" type="pres">
      <dgm:prSet presAssocID="{6D3D1F6E-A866-4559-A731-903D50944663}" presName="srcNode" presStyleLbl="node1" presStyleIdx="0" presStyleCnt="4"/>
      <dgm:spPr/>
    </dgm:pt>
    <dgm:pt modelId="{473FD605-15A0-40F1-B1F7-5C9C88C0DE53}" type="pres">
      <dgm:prSet presAssocID="{6D3D1F6E-A866-4559-A731-903D50944663}" presName="conn" presStyleLbl="parChTrans1D2" presStyleIdx="0" presStyleCnt="1"/>
      <dgm:spPr/>
      <dgm:t>
        <a:bodyPr/>
        <a:lstStyle/>
        <a:p>
          <a:endParaRPr lang="pt-BR"/>
        </a:p>
      </dgm:t>
    </dgm:pt>
    <dgm:pt modelId="{E2677EC5-93E2-45EA-A912-D9A11A2F65F2}" type="pres">
      <dgm:prSet presAssocID="{6D3D1F6E-A866-4559-A731-903D50944663}" presName="extraNode" presStyleLbl="node1" presStyleIdx="0" presStyleCnt="4"/>
      <dgm:spPr/>
    </dgm:pt>
    <dgm:pt modelId="{CB167C71-CBC7-4868-9D1A-13BB2FF65B8B}" type="pres">
      <dgm:prSet presAssocID="{6D3D1F6E-A866-4559-A731-903D50944663}" presName="dstNode" presStyleLbl="node1" presStyleIdx="0" presStyleCnt="4"/>
      <dgm:spPr/>
    </dgm:pt>
    <dgm:pt modelId="{CACB149B-14B4-40A9-B638-4068307B59E0}" type="pres">
      <dgm:prSet presAssocID="{1A43FEEB-F475-4DE3-A27A-83A4CF5DB2D3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251538-2F69-426C-9A54-1CF562D0926C}" type="pres">
      <dgm:prSet presAssocID="{1A43FEEB-F475-4DE3-A27A-83A4CF5DB2D3}" presName="accent_1" presStyleCnt="0"/>
      <dgm:spPr/>
    </dgm:pt>
    <dgm:pt modelId="{F3674944-2722-4E7E-B825-649A1C186F39}" type="pres">
      <dgm:prSet presAssocID="{1A43FEEB-F475-4DE3-A27A-83A4CF5DB2D3}" presName="accentRepeatNode" presStyleLbl="solidFgAcc1" presStyleIdx="0" presStyleCnt="4"/>
      <dgm:spPr/>
    </dgm:pt>
    <dgm:pt modelId="{E09635DA-B443-42FC-BE9A-FF0FD811662A}" type="pres">
      <dgm:prSet presAssocID="{DDCAF886-3FC1-4EE3-A811-64E067B65DAA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93CFDBE-CCA9-48E3-A63A-A27887C4D88A}" type="pres">
      <dgm:prSet presAssocID="{DDCAF886-3FC1-4EE3-A811-64E067B65DAA}" presName="accent_2" presStyleCnt="0"/>
      <dgm:spPr/>
    </dgm:pt>
    <dgm:pt modelId="{1B91DEDD-FA86-4455-B279-1A1C9CCA8E5E}" type="pres">
      <dgm:prSet presAssocID="{DDCAF886-3FC1-4EE3-A811-64E067B65DAA}" presName="accentRepeatNode" presStyleLbl="solidFgAcc1" presStyleIdx="1" presStyleCnt="4"/>
      <dgm:spPr/>
    </dgm:pt>
    <dgm:pt modelId="{73112BF0-FAEE-47AB-A46C-27D19BC76A41}" type="pres">
      <dgm:prSet presAssocID="{B468369A-63AD-43E8-85E6-E20753718926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F18B302-0A0D-4238-BDCF-DE68BCD94FC9}" type="pres">
      <dgm:prSet presAssocID="{B468369A-63AD-43E8-85E6-E20753718926}" presName="accent_3" presStyleCnt="0"/>
      <dgm:spPr/>
    </dgm:pt>
    <dgm:pt modelId="{C73277C1-8F54-48B4-BF6A-F2E48D5F4036}" type="pres">
      <dgm:prSet presAssocID="{B468369A-63AD-43E8-85E6-E20753718926}" presName="accentRepeatNode" presStyleLbl="solidFgAcc1" presStyleIdx="2" presStyleCnt="4"/>
      <dgm:spPr/>
    </dgm:pt>
    <dgm:pt modelId="{09416BD5-1543-4122-AFAD-D237356D4033}" type="pres">
      <dgm:prSet presAssocID="{C44DA9A4-A829-47C9-A846-EAEEEF6E5312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50E8864-BCA7-49F1-B985-55D0231BB1EC}" type="pres">
      <dgm:prSet presAssocID="{C44DA9A4-A829-47C9-A846-EAEEEF6E5312}" presName="accent_4" presStyleCnt="0"/>
      <dgm:spPr/>
    </dgm:pt>
    <dgm:pt modelId="{7A709252-5C02-4282-8407-87D51FF9CAED}" type="pres">
      <dgm:prSet presAssocID="{C44DA9A4-A829-47C9-A846-EAEEEF6E5312}" presName="accentRepeatNode" presStyleLbl="solidFgAcc1" presStyleIdx="3" presStyleCnt="4"/>
      <dgm:spPr/>
    </dgm:pt>
  </dgm:ptLst>
  <dgm:cxnLst>
    <dgm:cxn modelId="{F70AE2EF-73F3-4816-BCC1-79F2E560E94A}" srcId="{6D3D1F6E-A866-4559-A731-903D50944663}" destId="{1A43FEEB-F475-4DE3-A27A-83A4CF5DB2D3}" srcOrd="0" destOrd="0" parTransId="{F52FB7AF-5EE8-4708-9C95-7B93087145C0}" sibTransId="{5D638066-3D10-4C97-B26C-707B01C0F152}"/>
    <dgm:cxn modelId="{D8AF118F-CD38-400C-9744-76130686109E}" type="presOf" srcId="{DDCAF886-3FC1-4EE3-A811-64E067B65DAA}" destId="{E09635DA-B443-42FC-BE9A-FF0FD811662A}" srcOrd="0" destOrd="0" presId="urn:microsoft.com/office/officeart/2008/layout/VerticalCurvedList"/>
    <dgm:cxn modelId="{A4D42862-D04E-46FD-AA24-136C0DF98565}" type="presOf" srcId="{B468369A-63AD-43E8-85E6-E20753718926}" destId="{73112BF0-FAEE-47AB-A46C-27D19BC76A41}" srcOrd="0" destOrd="0" presId="urn:microsoft.com/office/officeart/2008/layout/VerticalCurvedList"/>
    <dgm:cxn modelId="{0218D682-4F6C-4AB5-82D9-AFF9DC7CB501}" type="presOf" srcId="{5D638066-3D10-4C97-B26C-707B01C0F152}" destId="{473FD605-15A0-40F1-B1F7-5C9C88C0DE53}" srcOrd="0" destOrd="0" presId="urn:microsoft.com/office/officeart/2008/layout/VerticalCurvedList"/>
    <dgm:cxn modelId="{AB5180E6-DB0A-424A-8E83-622D8FC8B4CE}" srcId="{6D3D1F6E-A866-4559-A731-903D50944663}" destId="{DDCAF886-3FC1-4EE3-A811-64E067B65DAA}" srcOrd="1" destOrd="0" parTransId="{BF67829D-521A-4C70-869A-6B6B76591EB5}" sibTransId="{B29C838C-E1CE-402C-9902-557218BFC707}"/>
    <dgm:cxn modelId="{A51D81B9-8617-4527-BDEE-1E4EC282DF8A}" srcId="{6D3D1F6E-A866-4559-A731-903D50944663}" destId="{B468369A-63AD-43E8-85E6-E20753718926}" srcOrd="2" destOrd="0" parTransId="{561FB598-5A16-4F12-A23B-301999B038EE}" sibTransId="{1615E981-409A-4B98-9212-7885D5399206}"/>
    <dgm:cxn modelId="{DE70A42A-CCDE-4481-8B12-E450848B0417}" srcId="{6D3D1F6E-A866-4559-A731-903D50944663}" destId="{C44DA9A4-A829-47C9-A846-EAEEEF6E5312}" srcOrd="3" destOrd="0" parTransId="{4A3D543C-20B7-4EE1-9DC6-172D1B7AD697}" sibTransId="{58FEF3E6-C392-44EE-9C34-CBF2425CC159}"/>
    <dgm:cxn modelId="{EC8AD81B-307A-458E-B35E-90DFA8211343}" type="presOf" srcId="{6D3D1F6E-A866-4559-A731-903D50944663}" destId="{8054B976-AECC-46D7-8FF6-8284609FB476}" srcOrd="0" destOrd="0" presId="urn:microsoft.com/office/officeart/2008/layout/VerticalCurvedList"/>
    <dgm:cxn modelId="{27E0C5DD-167F-4F24-81B8-030EF2A44C8A}" type="presOf" srcId="{C44DA9A4-A829-47C9-A846-EAEEEF6E5312}" destId="{09416BD5-1543-4122-AFAD-D237356D4033}" srcOrd="0" destOrd="0" presId="urn:microsoft.com/office/officeart/2008/layout/VerticalCurvedList"/>
    <dgm:cxn modelId="{4A311CE7-7FBC-489E-BCE8-F841DAF82F81}" type="presOf" srcId="{1A43FEEB-F475-4DE3-A27A-83A4CF5DB2D3}" destId="{CACB149B-14B4-40A9-B638-4068307B59E0}" srcOrd="0" destOrd="0" presId="urn:microsoft.com/office/officeart/2008/layout/VerticalCurvedList"/>
    <dgm:cxn modelId="{52F3E68A-9D02-489D-9780-17A6E932C511}" type="presParOf" srcId="{8054B976-AECC-46D7-8FF6-8284609FB476}" destId="{EFB3FC9B-CEA2-4FF3-A9E2-83C58A784D74}" srcOrd="0" destOrd="0" presId="urn:microsoft.com/office/officeart/2008/layout/VerticalCurvedList"/>
    <dgm:cxn modelId="{EB4EDF5A-3784-450F-8507-A60B8A491EE4}" type="presParOf" srcId="{EFB3FC9B-CEA2-4FF3-A9E2-83C58A784D74}" destId="{55679506-C6DE-4F86-AF40-9D2F4AE594A9}" srcOrd="0" destOrd="0" presId="urn:microsoft.com/office/officeart/2008/layout/VerticalCurvedList"/>
    <dgm:cxn modelId="{55A37289-01E9-4799-A0E7-9C639BDF1D65}" type="presParOf" srcId="{55679506-C6DE-4F86-AF40-9D2F4AE594A9}" destId="{DBF3DB13-9946-4A9B-9499-378DD888D8CB}" srcOrd="0" destOrd="0" presId="urn:microsoft.com/office/officeart/2008/layout/VerticalCurvedList"/>
    <dgm:cxn modelId="{45D0DA76-25AB-47A5-84CE-D2DE154EC2A7}" type="presParOf" srcId="{55679506-C6DE-4F86-AF40-9D2F4AE594A9}" destId="{473FD605-15A0-40F1-B1F7-5C9C88C0DE53}" srcOrd="1" destOrd="0" presId="urn:microsoft.com/office/officeart/2008/layout/VerticalCurvedList"/>
    <dgm:cxn modelId="{CE9C11FC-54E7-4E6B-851B-8C183B7D55DD}" type="presParOf" srcId="{55679506-C6DE-4F86-AF40-9D2F4AE594A9}" destId="{E2677EC5-93E2-45EA-A912-D9A11A2F65F2}" srcOrd="2" destOrd="0" presId="urn:microsoft.com/office/officeart/2008/layout/VerticalCurvedList"/>
    <dgm:cxn modelId="{F3F7F0BD-23AE-4D96-BE30-C8B840A22CC5}" type="presParOf" srcId="{55679506-C6DE-4F86-AF40-9D2F4AE594A9}" destId="{CB167C71-CBC7-4868-9D1A-13BB2FF65B8B}" srcOrd="3" destOrd="0" presId="urn:microsoft.com/office/officeart/2008/layout/VerticalCurvedList"/>
    <dgm:cxn modelId="{BA8F40D7-D615-403D-8952-4A58D3C38A6A}" type="presParOf" srcId="{EFB3FC9B-CEA2-4FF3-A9E2-83C58A784D74}" destId="{CACB149B-14B4-40A9-B638-4068307B59E0}" srcOrd="1" destOrd="0" presId="urn:microsoft.com/office/officeart/2008/layout/VerticalCurvedList"/>
    <dgm:cxn modelId="{AFFF60F5-1B0A-4D56-B8F4-42B029DF9E14}" type="presParOf" srcId="{EFB3FC9B-CEA2-4FF3-A9E2-83C58A784D74}" destId="{B3251538-2F69-426C-9A54-1CF562D0926C}" srcOrd="2" destOrd="0" presId="urn:microsoft.com/office/officeart/2008/layout/VerticalCurvedList"/>
    <dgm:cxn modelId="{20E0C420-7C46-4170-875A-8A061317D1DE}" type="presParOf" srcId="{B3251538-2F69-426C-9A54-1CF562D0926C}" destId="{F3674944-2722-4E7E-B825-649A1C186F39}" srcOrd="0" destOrd="0" presId="urn:microsoft.com/office/officeart/2008/layout/VerticalCurvedList"/>
    <dgm:cxn modelId="{CF2351B4-6CCD-4D6B-B406-5617DE1939B7}" type="presParOf" srcId="{EFB3FC9B-CEA2-4FF3-A9E2-83C58A784D74}" destId="{E09635DA-B443-42FC-BE9A-FF0FD811662A}" srcOrd="3" destOrd="0" presId="urn:microsoft.com/office/officeart/2008/layout/VerticalCurvedList"/>
    <dgm:cxn modelId="{C16E6075-62A6-442C-90F1-359D38997D42}" type="presParOf" srcId="{EFB3FC9B-CEA2-4FF3-A9E2-83C58A784D74}" destId="{693CFDBE-CCA9-48E3-A63A-A27887C4D88A}" srcOrd="4" destOrd="0" presId="urn:microsoft.com/office/officeart/2008/layout/VerticalCurvedList"/>
    <dgm:cxn modelId="{AE2BDE37-00D9-47B9-B762-27767FA51C5A}" type="presParOf" srcId="{693CFDBE-CCA9-48E3-A63A-A27887C4D88A}" destId="{1B91DEDD-FA86-4455-B279-1A1C9CCA8E5E}" srcOrd="0" destOrd="0" presId="urn:microsoft.com/office/officeart/2008/layout/VerticalCurvedList"/>
    <dgm:cxn modelId="{3A5DA7D3-7D09-48E2-8AA0-9F3D329D8CF2}" type="presParOf" srcId="{EFB3FC9B-CEA2-4FF3-A9E2-83C58A784D74}" destId="{73112BF0-FAEE-47AB-A46C-27D19BC76A41}" srcOrd="5" destOrd="0" presId="urn:microsoft.com/office/officeart/2008/layout/VerticalCurvedList"/>
    <dgm:cxn modelId="{0DCB24A3-1E17-4589-8315-A92DB8CE98E2}" type="presParOf" srcId="{EFB3FC9B-CEA2-4FF3-A9E2-83C58A784D74}" destId="{1F18B302-0A0D-4238-BDCF-DE68BCD94FC9}" srcOrd="6" destOrd="0" presId="urn:microsoft.com/office/officeart/2008/layout/VerticalCurvedList"/>
    <dgm:cxn modelId="{150A28D1-1188-4C1C-BD1A-C4FAD41AF044}" type="presParOf" srcId="{1F18B302-0A0D-4238-BDCF-DE68BCD94FC9}" destId="{C73277C1-8F54-48B4-BF6A-F2E48D5F4036}" srcOrd="0" destOrd="0" presId="urn:microsoft.com/office/officeart/2008/layout/VerticalCurvedList"/>
    <dgm:cxn modelId="{7C68CDA1-F49B-4B2B-879C-6D470F37779B}" type="presParOf" srcId="{EFB3FC9B-CEA2-4FF3-A9E2-83C58A784D74}" destId="{09416BD5-1543-4122-AFAD-D237356D4033}" srcOrd="7" destOrd="0" presId="urn:microsoft.com/office/officeart/2008/layout/VerticalCurvedList"/>
    <dgm:cxn modelId="{DE0A8E4C-A0AA-4529-BD73-424C77E6A2A5}" type="presParOf" srcId="{EFB3FC9B-CEA2-4FF3-A9E2-83C58A784D74}" destId="{350E8864-BCA7-49F1-B985-55D0231BB1EC}" srcOrd="8" destOrd="0" presId="urn:microsoft.com/office/officeart/2008/layout/VerticalCurvedList"/>
    <dgm:cxn modelId="{E889CCAA-CF4B-4DE2-B04B-52E0107F0368}" type="presParOf" srcId="{350E8864-BCA7-49F1-B985-55D0231BB1EC}" destId="{7A709252-5C02-4282-8407-87D51FF9CAE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AFF7E9-6271-40F5-AFE0-0E73F9029E09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090DC4F-C29B-4138-9282-AE35F91F0A11}">
      <dgm:prSet phldrT="[Texto]"/>
      <dgm:spPr/>
      <dgm:t>
        <a:bodyPr/>
        <a:lstStyle/>
        <a:p>
          <a:r>
            <a:rPr lang="pt-BR" dirty="0" smtClean="0"/>
            <a:t>REGULADORES</a:t>
          </a:r>
          <a:endParaRPr lang="pt-BR" dirty="0"/>
        </a:p>
      </dgm:t>
    </dgm:pt>
    <dgm:pt modelId="{A1BE7385-20CC-4C49-B1D7-B0D826751062}" type="parTrans" cxnId="{9CCB3D66-1482-4382-A3B2-6B94DDA846C1}">
      <dgm:prSet/>
      <dgm:spPr/>
      <dgm:t>
        <a:bodyPr/>
        <a:lstStyle/>
        <a:p>
          <a:endParaRPr lang="pt-BR"/>
        </a:p>
      </dgm:t>
    </dgm:pt>
    <dgm:pt modelId="{FDBE2CD9-CD90-4160-AED5-1C8CECDE68DB}" type="sibTrans" cxnId="{9CCB3D66-1482-4382-A3B2-6B94DDA846C1}">
      <dgm:prSet/>
      <dgm:spPr/>
      <dgm:t>
        <a:bodyPr/>
        <a:lstStyle/>
        <a:p>
          <a:endParaRPr lang="pt-BR"/>
        </a:p>
      </dgm:t>
    </dgm:pt>
    <dgm:pt modelId="{9EF8F490-F077-493D-8C4C-8B2807FB20DB}">
      <dgm:prSet phldrT="[Texto]"/>
      <dgm:spPr/>
      <dgm:t>
        <a:bodyPr/>
        <a:lstStyle/>
        <a:p>
          <a:r>
            <a:rPr lang="pt-BR" b="1" dirty="0" smtClean="0">
              <a:solidFill>
                <a:srgbClr val="000000"/>
              </a:solidFill>
              <a:latin typeface="Arial Narrow" panose="020B0606020202030204" pitchFamily="34" charset="0"/>
            </a:rPr>
            <a:t>As informações e os insumos que serão transformados ao longo do processo, dando origem às entregas</a:t>
          </a:r>
          <a:endParaRPr lang="pt-BR" dirty="0"/>
        </a:p>
      </dgm:t>
    </dgm:pt>
    <dgm:pt modelId="{89179339-D818-4193-898C-CB2E0D218C7F}" type="parTrans" cxnId="{FA772C72-1CBA-44B3-9BC3-09BDF85EA138}">
      <dgm:prSet/>
      <dgm:spPr/>
      <dgm:t>
        <a:bodyPr/>
        <a:lstStyle/>
        <a:p>
          <a:endParaRPr lang="pt-BR"/>
        </a:p>
      </dgm:t>
    </dgm:pt>
    <dgm:pt modelId="{8824F6BE-47D8-4542-B295-D6BA60699D5D}" type="sibTrans" cxnId="{FA772C72-1CBA-44B3-9BC3-09BDF85EA138}">
      <dgm:prSet/>
      <dgm:spPr/>
      <dgm:t>
        <a:bodyPr/>
        <a:lstStyle/>
        <a:p>
          <a:endParaRPr lang="pt-BR"/>
        </a:p>
      </dgm:t>
    </dgm:pt>
    <dgm:pt modelId="{186DD543-FB73-4108-9893-5BF46D0BD897}">
      <dgm:prSet phldrT="[Texto]"/>
      <dgm:spPr/>
      <dgm:t>
        <a:bodyPr/>
        <a:lstStyle/>
        <a:p>
          <a:r>
            <a:rPr lang="pt-BR" dirty="0" smtClean="0"/>
            <a:t>SAÍDAS</a:t>
          </a:r>
          <a:endParaRPr lang="pt-BR" dirty="0"/>
        </a:p>
      </dgm:t>
    </dgm:pt>
    <dgm:pt modelId="{9CDF226F-B358-4CFB-8149-0D04DECFBB49}" type="parTrans" cxnId="{CEB75B01-685F-40BC-8595-E82FFB70C8C6}">
      <dgm:prSet/>
      <dgm:spPr/>
      <dgm:t>
        <a:bodyPr/>
        <a:lstStyle/>
        <a:p>
          <a:endParaRPr lang="pt-BR"/>
        </a:p>
      </dgm:t>
    </dgm:pt>
    <dgm:pt modelId="{DF6392F0-F02C-45C5-B233-99F0B2DD4E98}" type="sibTrans" cxnId="{CEB75B01-685F-40BC-8595-E82FFB70C8C6}">
      <dgm:prSet/>
      <dgm:spPr/>
      <dgm:t>
        <a:bodyPr/>
        <a:lstStyle/>
        <a:p>
          <a:endParaRPr lang="pt-BR"/>
        </a:p>
      </dgm:t>
    </dgm:pt>
    <dgm:pt modelId="{9460205E-3C2E-481D-960F-9F8CB018FBAD}">
      <dgm:prSet phldrT="[Texto]"/>
      <dgm:spPr/>
      <dgm:t>
        <a:bodyPr/>
        <a:lstStyle/>
        <a:p>
          <a:r>
            <a:rPr lang="pt-BR" b="1" dirty="0" smtClean="0">
              <a:solidFill>
                <a:srgbClr val="000000"/>
              </a:solidFill>
              <a:latin typeface="Arial Narrow" panose="020B0606020202030204" pitchFamily="34" charset="0"/>
            </a:rPr>
            <a:t>As entregas a serem produzidas durante o processo</a:t>
          </a:r>
          <a:endParaRPr lang="pt-BR" dirty="0"/>
        </a:p>
      </dgm:t>
    </dgm:pt>
    <dgm:pt modelId="{8379E284-6617-402B-8525-7CBD9894075F}" type="parTrans" cxnId="{546A1FED-79E5-4A5C-A221-95E61D23B0EC}">
      <dgm:prSet/>
      <dgm:spPr/>
      <dgm:t>
        <a:bodyPr/>
        <a:lstStyle/>
        <a:p>
          <a:endParaRPr lang="pt-BR"/>
        </a:p>
      </dgm:t>
    </dgm:pt>
    <dgm:pt modelId="{50F98E34-07B7-4972-B805-84D87C31953B}" type="sibTrans" cxnId="{546A1FED-79E5-4A5C-A221-95E61D23B0EC}">
      <dgm:prSet/>
      <dgm:spPr/>
      <dgm:t>
        <a:bodyPr/>
        <a:lstStyle/>
        <a:p>
          <a:endParaRPr lang="pt-BR"/>
        </a:p>
      </dgm:t>
    </dgm:pt>
    <dgm:pt modelId="{45C4E414-6838-4373-9CC7-E10AA3053536}">
      <dgm:prSet phldrT="[Texto]"/>
      <dgm:spPr/>
      <dgm:t>
        <a:bodyPr/>
        <a:lstStyle/>
        <a:p>
          <a:r>
            <a:rPr lang="pt-BR" dirty="0" smtClean="0"/>
            <a:t>RECURSOS</a:t>
          </a:r>
          <a:endParaRPr lang="pt-BR" dirty="0"/>
        </a:p>
      </dgm:t>
    </dgm:pt>
    <dgm:pt modelId="{EF045A73-FE66-4A99-968B-CD202961C476}" type="parTrans" cxnId="{D11ACE0D-2EB1-48CB-988D-44A2F2B49AE6}">
      <dgm:prSet/>
      <dgm:spPr/>
      <dgm:t>
        <a:bodyPr/>
        <a:lstStyle/>
        <a:p>
          <a:endParaRPr lang="pt-BR"/>
        </a:p>
      </dgm:t>
    </dgm:pt>
    <dgm:pt modelId="{0E9B33AB-1743-4C35-BD6F-9B8E8AA22C10}" type="sibTrans" cxnId="{D11ACE0D-2EB1-48CB-988D-44A2F2B49AE6}">
      <dgm:prSet/>
      <dgm:spPr/>
      <dgm:t>
        <a:bodyPr/>
        <a:lstStyle/>
        <a:p>
          <a:endParaRPr lang="pt-BR"/>
        </a:p>
      </dgm:t>
    </dgm:pt>
    <dgm:pt modelId="{D04EE16A-763F-4384-BCD4-A66FFC2EF5A6}">
      <dgm:prSet/>
      <dgm:spPr/>
      <dgm:t>
        <a:bodyPr/>
        <a:lstStyle/>
        <a:p>
          <a:r>
            <a:rPr lang="pt-BR" b="1" dirty="0" smtClean="0">
              <a:solidFill>
                <a:srgbClr val="000000"/>
              </a:solidFill>
              <a:latin typeface="Arial Narrow" panose="020B0606020202030204" pitchFamily="34" charset="0"/>
            </a:rPr>
            <a:t>As pessoas, os equipamentos, a infraestrutura  e os sistemas que dão suporte à execução</a:t>
          </a:r>
        </a:p>
      </dgm:t>
    </dgm:pt>
    <dgm:pt modelId="{0B709A83-A808-451A-A9E5-BBC5427F555C}" type="parTrans" cxnId="{152D39E4-1090-47AF-9F54-8BA8ED540A9C}">
      <dgm:prSet/>
      <dgm:spPr/>
      <dgm:t>
        <a:bodyPr/>
        <a:lstStyle/>
        <a:p>
          <a:endParaRPr lang="pt-BR"/>
        </a:p>
      </dgm:t>
    </dgm:pt>
    <dgm:pt modelId="{ED9F7F4A-B74E-40B7-BFFA-5CC7246EFD26}" type="sibTrans" cxnId="{152D39E4-1090-47AF-9F54-8BA8ED540A9C}">
      <dgm:prSet/>
      <dgm:spPr/>
      <dgm:t>
        <a:bodyPr/>
        <a:lstStyle/>
        <a:p>
          <a:endParaRPr lang="pt-BR"/>
        </a:p>
      </dgm:t>
    </dgm:pt>
    <dgm:pt modelId="{544811B6-DF24-4EF6-A697-A02F2BC27981}">
      <dgm:prSet phldrT="[Texto]"/>
      <dgm:spPr/>
      <dgm:t>
        <a:bodyPr/>
        <a:lstStyle/>
        <a:p>
          <a:r>
            <a:rPr lang="pt-BR" b="1" dirty="0" smtClean="0">
              <a:solidFill>
                <a:srgbClr val="000000"/>
              </a:solidFill>
              <a:latin typeface="Arial Narrow" panose="020B0606020202030204" pitchFamily="34" charset="0"/>
            </a:rPr>
            <a:t>As normas e os padrões a serem seguidos durante a execução</a:t>
          </a:r>
          <a:endParaRPr lang="pt-BR" dirty="0"/>
        </a:p>
      </dgm:t>
    </dgm:pt>
    <dgm:pt modelId="{6EBB7BBC-CA55-48F1-8F7F-0E63EDBEBB14}" type="parTrans" cxnId="{22840578-5C85-4167-93AB-91F9C68BF40F}">
      <dgm:prSet/>
      <dgm:spPr/>
      <dgm:t>
        <a:bodyPr/>
        <a:lstStyle/>
        <a:p>
          <a:endParaRPr lang="pt-BR"/>
        </a:p>
      </dgm:t>
    </dgm:pt>
    <dgm:pt modelId="{983FF564-8F57-48CD-8711-E475C871301A}" type="sibTrans" cxnId="{22840578-5C85-4167-93AB-91F9C68BF40F}">
      <dgm:prSet/>
      <dgm:spPr/>
      <dgm:t>
        <a:bodyPr/>
        <a:lstStyle/>
        <a:p>
          <a:endParaRPr lang="pt-BR"/>
        </a:p>
      </dgm:t>
    </dgm:pt>
    <dgm:pt modelId="{ED381C1C-769D-428F-96EE-55A015987D76}">
      <dgm:prSet phldrT="[Texto]"/>
      <dgm:spPr/>
      <dgm:t>
        <a:bodyPr/>
        <a:lstStyle/>
        <a:p>
          <a:r>
            <a:rPr lang="pt-BR" smtClean="0"/>
            <a:t>ENTRADAS</a:t>
          </a:r>
          <a:endParaRPr lang="pt-BR"/>
        </a:p>
      </dgm:t>
    </dgm:pt>
    <dgm:pt modelId="{CC4DDCDA-F5D7-4464-9EF8-1E43B1C5FEC8}" type="parTrans" cxnId="{ACC5CBCE-F6C6-4F06-A966-D0AB5438CD64}">
      <dgm:prSet/>
      <dgm:spPr/>
      <dgm:t>
        <a:bodyPr/>
        <a:lstStyle/>
        <a:p>
          <a:endParaRPr lang="pt-BR"/>
        </a:p>
      </dgm:t>
    </dgm:pt>
    <dgm:pt modelId="{4B0D2753-8375-41F0-A77D-C3E3E5845BBA}" type="sibTrans" cxnId="{ACC5CBCE-F6C6-4F06-A966-D0AB5438CD64}">
      <dgm:prSet/>
      <dgm:spPr/>
      <dgm:t>
        <a:bodyPr/>
        <a:lstStyle/>
        <a:p>
          <a:endParaRPr lang="pt-BR"/>
        </a:p>
      </dgm:t>
    </dgm:pt>
    <dgm:pt modelId="{7171561D-6EBA-415B-9257-C3DF4D8DE595}" type="pres">
      <dgm:prSet presAssocID="{37AFF7E9-6271-40F5-AFE0-0E73F9029E0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BA1D08F5-6864-40D4-9AB6-9A186B4BCF89}" type="pres">
      <dgm:prSet presAssocID="{5090DC4F-C29B-4138-9282-AE35F91F0A11}" presName="compositeNode" presStyleCnt="0">
        <dgm:presLayoutVars>
          <dgm:bulletEnabled val="1"/>
        </dgm:presLayoutVars>
      </dgm:prSet>
      <dgm:spPr/>
    </dgm:pt>
    <dgm:pt modelId="{469AE4D2-89FE-49F9-A655-04CBA4104C7F}" type="pres">
      <dgm:prSet presAssocID="{5090DC4F-C29B-4138-9282-AE35F91F0A11}" presName="bgRect" presStyleLbl="node1" presStyleIdx="0" presStyleCnt="4"/>
      <dgm:spPr/>
      <dgm:t>
        <a:bodyPr/>
        <a:lstStyle/>
        <a:p>
          <a:endParaRPr lang="pt-BR"/>
        </a:p>
      </dgm:t>
    </dgm:pt>
    <dgm:pt modelId="{2BD6F552-3695-4269-9B9D-E6109E80F846}" type="pres">
      <dgm:prSet presAssocID="{5090DC4F-C29B-4138-9282-AE35F91F0A11}" presName="parentNode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35C0A6F-DE83-4838-8989-170CB38B81A9}" type="pres">
      <dgm:prSet presAssocID="{5090DC4F-C29B-4138-9282-AE35F91F0A11}" presName="child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F5CF875-FB31-4722-A36B-007ADAA6E127}" type="pres">
      <dgm:prSet presAssocID="{FDBE2CD9-CD90-4160-AED5-1C8CECDE68DB}" presName="hSp" presStyleCnt="0"/>
      <dgm:spPr/>
    </dgm:pt>
    <dgm:pt modelId="{6CADA4AD-C0E8-4B3A-A7E3-A757721B5753}" type="pres">
      <dgm:prSet presAssocID="{FDBE2CD9-CD90-4160-AED5-1C8CECDE68DB}" presName="vProcSp" presStyleCnt="0"/>
      <dgm:spPr/>
    </dgm:pt>
    <dgm:pt modelId="{692CD9DD-58FD-486A-A5AB-7478037CAFE6}" type="pres">
      <dgm:prSet presAssocID="{FDBE2CD9-CD90-4160-AED5-1C8CECDE68DB}" presName="vSp1" presStyleCnt="0"/>
      <dgm:spPr/>
    </dgm:pt>
    <dgm:pt modelId="{6262A31C-B93D-4C84-8143-EA5364350E7D}" type="pres">
      <dgm:prSet presAssocID="{FDBE2CD9-CD90-4160-AED5-1C8CECDE68DB}" presName="simulatedConn" presStyleLbl="solidFgAcc1" presStyleIdx="0" presStyleCnt="3"/>
      <dgm:spPr/>
    </dgm:pt>
    <dgm:pt modelId="{50303E6E-4C2B-4D16-B62A-344E261355F2}" type="pres">
      <dgm:prSet presAssocID="{FDBE2CD9-CD90-4160-AED5-1C8CECDE68DB}" presName="vSp2" presStyleCnt="0"/>
      <dgm:spPr/>
    </dgm:pt>
    <dgm:pt modelId="{49F8947C-7DA5-4C20-B126-09C4DB563A25}" type="pres">
      <dgm:prSet presAssocID="{FDBE2CD9-CD90-4160-AED5-1C8CECDE68DB}" presName="sibTrans" presStyleCnt="0"/>
      <dgm:spPr/>
    </dgm:pt>
    <dgm:pt modelId="{ADD19D55-20CA-45EE-9226-9F3B67AFA5DE}" type="pres">
      <dgm:prSet presAssocID="{ED381C1C-769D-428F-96EE-55A015987D76}" presName="compositeNode" presStyleCnt="0">
        <dgm:presLayoutVars>
          <dgm:bulletEnabled val="1"/>
        </dgm:presLayoutVars>
      </dgm:prSet>
      <dgm:spPr/>
    </dgm:pt>
    <dgm:pt modelId="{D1A8314A-9A4B-427E-9A9E-BE43871EACF4}" type="pres">
      <dgm:prSet presAssocID="{ED381C1C-769D-428F-96EE-55A015987D76}" presName="bgRect" presStyleLbl="node1" presStyleIdx="1" presStyleCnt="4"/>
      <dgm:spPr/>
      <dgm:t>
        <a:bodyPr/>
        <a:lstStyle/>
        <a:p>
          <a:endParaRPr lang="pt-BR"/>
        </a:p>
      </dgm:t>
    </dgm:pt>
    <dgm:pt modelId="{F4D6FCEB-E8B8-4641-A98B-CA396D99FED8}" type="pres">
      <dgm:prSet presAssocID="{ED381C1C-769D-428F-96EE-55A015987D76}" presName="parentNode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BBC9EF9-C430-4328-A625-DD8CBC587250}" type="pres">
      <dgm:prSet presAssocID="{ED381C1C-769D-428F-96EE-55A015987D76}" presName="child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384045D-8801-446E-9330-4436D03718E3}" type="pres">
      <dgm:prSet presAssocID="{4B0D2753-8375-41F0-A77D-C3E3E5845BBA}" presName="hSp" presStyleCnt="0"/>
      <dgm:spPr/>
    </dgm:pt>
    <dgm:pt modelId="{439A3C04-A57C-424F-9AEA-EB0CD6543F47}" type="pres">
      <dgm:prSet presAssocID="{4B0D2753-8375-41F0-A77D-C3E3E5845BBA}" presName="vProcSp" presStyleCnt="0"/>
      <dgm:spPr/>
    </dgm:pt>
    <dgm:pt modelId="{98BB46E5-FC85-4D90-996C-5BC994D2706A}" type="pres">
      <dgm:prSet presAssocID="{4B0D2753-8375-41F0-A77D-C3E3E5845BBA}" presName="vSp1" presStyleCnt="0"/>
      <dgm:spPr/>
    </dgm:pt>
    <dgm:pt modelId="{DD4203E0-AA8A-4C8D-9151-0C7231ACD9A7}" type="pres">
      <dgm:prSet presAssocID="{4B0D2753-8375-41F0-A77D-C3E3E5845BBA}" presName="simulatedConn" presStyleLbl="solidFgAcc1" presStyleIdx="1" presStyleCnt="3"/>
      <dgm:spPr/>
    </dgm:pt>
    <dgm:pt modelId="{686A3458-C924-407F-AD94-E2637B323090}" type="pres">
      <dgm:prSet presAssocID="{4B0D2753-8375-41F0-A77D-C3E3E5845BBA}" presName="vSp2" presStyleCnt="0"/>
      <dgm:spPr/>
    </dgm:pt>
    <dgm:pt modelId="{2AEF3924-4AFD-40A0-A29A-DF30C40173F0}" type="pres">
      <dgm:prSet presAssocID="{4B0D2753-8375-41F0-A77D-C3E3E5845BBA}" presName="sibTrans" presStyleCnt="0"/>
      <dgm:spPr/>
    </dgm:pt>
    <dgm:pt modelId="{B79B9EA6-F1F8-4CC4-BCFB-23F433233317}" type="pres">
      <dgm:prSet presAssocID="{186DD543-FB73-4108-9893-5BF46D0BD897}" presName="compositeNode" presStyleCnt="0">
        <dgm:presLayoutVars>
          <dgm:bulletEnabled val="1"/>
        </dgm:presLayoutVars>
      </dgm:prSet>
      <dgm:spPr/>
    </dgm:pt>
    <dgm:pt modelId="{B0F56F58-2EEC-47E4-8C93-60FFA2980932}" type="pres">
      <dgm:prSet presAssocID="{186DD543-FB73-4108-9893-5BF46D0BD897}" presName="bgRect" presStyleLbl="node1" presStyleIdx="2" presStyleCnt="4"/>
      <dgm:spPr/>
      <dgm:t>
        <a:bodyPr/>
        <a:lstStyle/>
        <a:p>
          <a:endParaRPr lang="pt-BR"/>
        </a:p>
      </dgm:t>
    </dgm:pt>
    <dgm:pt modelId="{50CEC616-D234-4C4A-A923-511AC69F7C6D}" type="pres">
      <dgm:prSet presAssocID="{186DD543-FB73-4108-9893-5BF46D0BD897}" presName="parentNode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3A72BF3-BE27-418C-A48B-B408D2ED4003}" type="pres">
      <dgm:prSet presAssocID="{186DD543-FB73-4108-9893-5BF46D0BD897}" presName="child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342B23D-36E0-4A7C-ACB9-B61D3DBFB5FA}" type="pres">
      <dgm:prSet presAssocID="{DF6392F0-F02C-45C5-B233-99F0B2DD4E98}" presName="hSp" presStyleCnt="0"/>
      <dgm:spPr/>
    </dgm:pt>
    <dgm:pt modelId="{C005D0B1-7277-4209-A392-6CBE9377AD73}" type="pres">
      <dgm:prSet presAssocID="{DF6392F0-F02C-45C5-B233-99F0B2DD4E98}" presName="vProcSp" presStyleCnt="0"/>
      <dgm:spPr/>
    </dgm:pt>
    <dgm:pt modelId="{535D85D3-3571-4C93-9399-456AD353D908}" type="pres">
      <dgm:prSet presAssocID="{DF6392F0-F02C-45C5-B233-99F0B2DD4E98}" presName="vSp1" presStyleCnt="0"/>
      <dgm:spPr/>
    </dgm:pt>
    <dgm:pt modelId="{7D470152-252C-493D-A4FD-ECAD28A8024B}" type="pres">
      <dgm:prSet presAssocID="{DF6392F0-F02C-45C5-B233-99F0B2DD4E98}" presName="simulatedConn" presStyleLbl="solidFgAcc1" presStyleIdx="2" presStyleCnt="3"/>
      <dgm:spPr/>
    </dgm:pt>
    <dgm:pt modelId="{FD0BCFAB-6608-48B7-8FA1-C5D65E55A13E}" type="pres">
      <dgm:prSet presAssocID="{DF6392F0-F02C-45C5-B233-99F0B2DD4E98}" presName="vSp2" presStyleCnt="0"/>
      <dgm:spPr/>
    </dgm:pt>
    <dgm:pt modelId="{D741A80A-B303-4B53-A1EE-CB7A06A376F5}" type="pres">
      <dgm:prSet presAssocID="{DF6392F0-F02C-45C5-B233-99F0B2DD4E98}" presName="sibTrans" presStyleCnt="0"/>
      <dgm:spPr/>
    </dgm:pt>
    <dgm:pt modelId="{0F489F7F-7838-458E-BF32-81364B92F24A}" type="pres">
      <dgm:prSet presAssocID="{45C4E414-6838-4373-9CC7-E10AA3053536}" presName="compositeNode" presStyleCnt="0">
        <dgm:presLayoutVars>
          <dgm:bulletEnabled val="1"/>
        </dgm:presLayoutVars>
      </dgm:prSet>
      <dgm:spPr/>
    </dgm:pt>
    <dgm:pt modelId="{3F6401FC-CE50-459C-9B80-453F67019B8B}" type="pres">
      <dgm:prSet presAssocID="{45C4E414-6838-4373-9CC7-E10AA3053536}" presName="bgRect" presStyleLbl="node1" presStyleIdx="3" presStyleCnt="4"/>
      <dgm:spPr/>
      <dgm:t>
        <a:bodyPr/>
        <a:lstStyle/>
        <a:p>
          <a:endParaRPr lang="pt-BR"/>
        </a:p>
      </dgm:t>
    </dgm:pt>
    <dgm:pt modelId="{0099C9C8-2DA9-4C3F-BD45-F68BCB5A953D}" type="pres">
      <dgm:prSet presAssocID="{45C4E414-6838-4373-9CC7-E10AA3053536}" presName="parentNode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9AB25B6-1060-4B01-92A8-B00381ADFB83}" type="pres">
      <dgm:prSet presAssocID="{45C4E414-6838-4373-9CC7-E10AA3053536}" presName="child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26211F7F-DF1B-4883-9F17-D0D4A292B26C}" type="presOf" srcId="{5090DC4F-C29B-4138-9282-AE35F91F0A11}" destId="{2BD6F552-3695-4269-9B9D-E6109E80F846}" srcOrd="1" destOrd="0" presId="urn:microsoft.com/office/officeart/2005/8/layout/hProcess7"/>
    <dgm:cxn modelId="{8E8C45EB-A241-4AC0-8F68-A455594E70CF}" type="presOf" srcId="{186DD543-FB73-4108-9893-5BF46D0BD897}" destId="{50CEC616-D234-4C4A-A923-511AC69F7C6D}" srcOrd="1" destOrd="0" presId="urn:microsoft.com/office/officeart/2005/8/layout/hProcess7"/>
    <dgm:cxn modelId="{99DD4E69-E304-411D-AFD6-CF3E7CC27C97}" type="presOf" srcId="{5090DC4F-C29B-4138-9282-AE35F91F0A11}" destId="{469AE4D2-89FE-49F9-A655-04CBA4104C7F}" srcOrd="0" destOrd="0" presId="urn:microsoft.com/office/officeart/2005/8/layout/hProcess7"/>
    <dgm:cxn modelId="{22840578-5C85-4167-93AB-91F9C68BF40F}" srcId="{5090DC4F-C29B-4138-9282-AE35F91F0A11}" destId="{544811B6-DF24-4EF6-A697-A02F2BC27981}" srcOrd="0" destOrd="0" parTransId="{6EBB7BBC-CA55-48F1-8F7F-0E63EDBEBB14}" sibTransId="{983FF564-8F57-48CD-8711-E475C871301A}"/>
    <dgm:cxn modelId="{D432C06A-231A-4DBA-87D8-9440755B8608}" type="presOf" srcId="{9460205E-3C2E-481D-960F-9F8CB018FBAD}" destId="{A3A72BF3-BE27-418C-A48B-B408D2ED4003}" srcOrd="0" destOrd="0" presId="urn:microsoft.com/office/officeart/2005/8/layout/hProcess7"/>
    <dgm:cxn modelId="{CEB75B01-685F-40BC-8595-E82FFB70C8C6}" srcId="{37AFF7E9-6271-40F5-AFE0-0E73F9029E09}" destId="{186DD543-FB73-4108-9893-5BF46D0BD897}" srcOrd="2" destOrd="0" parTransId="{9CDF226F-B358-4CFB-8149-0D04DECFBB49}" sibTransId="{DF6392F0-F02C-45C5-B233-99F0B2DD4E98}"/>
    <dgm:cxn modelId="{63857A3A-4EC2-431E-9814-BB526A5B74CC}" type="presOf" srcId="{544811B6-DF24-4EF6-A697-A02F2BC27981}" destId="{835C0A6F-DE83-4838-8989-170CB38B81A9}" srcOrd="0" destOrd="0" presId="urn:microsoft.com/office/officeart/2005/8/layout/hProcess7"/>
    <dgm:cxn modelId="{546A1FED-79E5-4A5C-A221-95E61D23B0EC}" srcId="{186DD543-FB73-4108-9893-5BF46D0BD897}" destId="{9460205E-3C2E-481D-960F-9F8CB018FBAD}" srcOrd="0" destOrd="0" parTransId="{8379E284-6617-402B-8525-7CBD9894075F}" sibTransId="{50F98E34-07B7-4972-B805-84D87C31953B}"/>
    <dgm:cxn modelId="{7EB4769D-BCEC-44DB-8193-73934C99EC0F}" type="presOf" srcId="{ED381C1C-769D-428F-96EE-55A015987D76}" destId="{D1A8314A-9A4B-427E-9A9E-BE43871EACF4}" srcOrd="0" destOrd="0" presId="urn:microsoft.com/office/officeart/2005/8/layout/hProcess7"/>
    <dgm:cxn modelId="{A90F4E5E-2935-4D89-9181-216E2893343D}" type="presOf" srcId="{37AFF7E9-6271-40F5-AFE0-0E73F9029E09}" destId="{7171561D-6EBA-415B-9257-C3DF4D8DE595}" srcOrd="0" destOrd="0" presId="urn:microsoft.com/office/officeart/2005/8/layout/hProcess7"/>
    <dgm:cxn modelId="{150FC9C3-2D4D-4D50-9259-27EB224DB7C3}" type="presOf" srcId="{ED381C1C-769D-428F-96EE-55A015987D76}" destId="{F4D6FCEB-E8B8-4641-A98B-CA396D99FED8}" srcOrd="1" destOrd="0" presId="urn:microsoft.com/office/officeart/2005/8/layout/hProcess7"/>
    <dgm:cxn modelId="{EE6297A2-3D10-4271-B4DD-21C7631B1A5A}" type="presOf" srcId="{45C4E414-6838-4373-9CC7-E10AA3053536}" destId="{0099C9C8-2DA9-4C3F-BD45-F68BCB5A953D}" srcOrd="1" destOrd="0" presId="urn:microsoft.com/office/officeart/2005/8/layout/hProcess7"/>
    <dgm:cxn modelId="{439A728F-E791-40CB-B3C2-474BB9F90D48}" type="presOf" srcId="{9EF8F490-F077-493D-8C4C-8B2807FB20DB}" destId="{DBBC9EF9-C430-4328-A625-DD8CBC587250}" srcOrd="0" destOrd="0" presId="urn:microsoft.com/office/officeart/2005/8/layout/hProcess7"/>
    <dgm:cxn modelId="{701B5983-3423-4D65-90EA-73721B21A4C5}" type="presOf" srcId="{45C4E414-6838-4373-9CC7-E10AA3053536}" destId="{3F6401FC-CE50-459C-9B80-453F67019B8B}" srcOrd="0" destOrd="0" presId="urn:microsoft.com/office/officeart/2005/8/layout/hProcess7"/>
    <dgm:cxn modelId="{9CCB3D66-1482-4382-A3B2-6B94DDA846C1}" srcId="{37AFF7E9-6271-40F5-AFE0-0E73F9029E09}" destId="{5090DC4F-C29B-4138-9282-AE35F91F0A11}" srcOrd="0" destOrd="0" parTransId="{A1BE7385-20CC-4C49-B1D7-B0D826751062}" sibTransId="{FDBE2CD9-CD90-4160-AED5-1C8CECDE68DB}"/>
    <dgm:cxn modelId="{FA772C72-1CBA-44B3-9BC3-09BDF85EA138}" srcId="{ED381C1C-769D-428F-96EE-55A015987D76}" destId="{9EF8F490-F077-493D-8C4C-8B2807FB20DB}" srcOrd="0" destOrd="0" parTransId="{89179339-D818-4193-898C-CB2E0D218C7F}" sibTransId="{8824F6BE-47D8-4542-B295-D6BA60699D5D}"/>
    <dgm:cxn modelId="{ACC5CBCE-F6C6-4F06-A966-D0AB5438CD64}" srcId="{37AFF7E9-6271-40F5-AFE0-0E73F9029E09}" destId="{ED381C1C-769D-428F-96EE-55A015987D76}" srcOrd="1" destOrd="0" parTransId="{CC4DDCDA-F5D7-4464-9EF8-1E43B1C5FEC8}" sibTransId="{4B0D2753-8375-41F0-A77D-C3E3E5845BBA}"/>
    <dgm:cxn modelId="{37829475-57BD-40B2-95F1-BC6BA2BD4FF7}" type="presOf" srcId="{D04EE16A-763F-4384-BCD4-A66FFC2EF5A6}" destId="{E9AB25B6-1060-4B01-92A8-B00381ADFB83}" srcOrd="0" destOrd="0" presId="urn:microsoft.com/office/officeart/2005/8/layout/hProcess7"/>
    <dgm:cxn modelId="{D11ACE0D-2EB1-48CB-988D-44A2F2B49AE6}" srcId="{37AFF7E9-6271-40F5-AFE0-0E73F9029E09}" destId="{45C4E414-6838-4373-9CC7-E10AA3053536}" srcOrd="3" destOrd="0" parTransId="{EF045A73-FE66-4A99-968B-CD202961C476}" sibTransId="{0E9B33AB-1743-4C35-BD6F-9B8E8AA22C10}"/>
    <dgm:cxn modelId="{152D39E4-1090-47AF-9F54-8BA8ED540A9C}" srcId="{45C4E414-6838-4373-9CC7-E10AA3053536}" destId="{D04EE16A-763F-4384-BCD4-A66FFC2EF5A6}" srcOrd="0" destOrd="0" parTransId="{0B709A83-A808-451A-A9E5-BBC5427F555C}" sibTransId="{ED9F7F4A-B74E-40B7-BFFA-5CC7246EFD26}"/>
    <dgm:cxn modelId="{2E9E547B-2158-43F9-A5A4-31E5C7988ABD}" type="presOf" srcId="{186DD543-FB73-4108-9893-5BF46D0BD897}" destId="{B0F56F58-2EEC-47E4-8C93-60FFA2980932}" srcOrd="0" destOrd="0" presId="urn:microsoft.com/office/officeart/2005/8/layout/hProcess7"/>
    <dgm:cxn modelId="{33B81DED-C2E5-4880-89BA-0EA6C155C009}" type="presParOf" srcId="{7171561D-6EBA-415B-9257-C3DF4D8DE595}" destId="{BA1D08F5-6864-40D4-9AB6-9A186B4BCF89}" srcOrd="0" destOrd="0" presId="urn:microsoft.com/office/officeart/2005/8/layout/hProcess7"/>
    <dgm:cxn modelId="{FAC1E5CF-F8AB-4C88-BA4B-9B6A6A743F26}" type="presParOf" srcId="{BA1D08F5-6864-40D4-9AB6-9A186B4BCF89}" destId="{469AE4D2-89FE-49F9-A655-04CBA4104C7F}" srcOrd="0" destOrd="0" presId="urn:microsoft.com/office/officeart/2005/8/layout/hProcess7"/>
    <dgm:cxn modelId="{1417EBE5-C6FE-4962-ADD3-55A1E943FF86}" type="presParOf" srcId="{BA1D08F5-6864-40D4-9AB6-9A186B4BCF89}" destId="{2BD6F552-3695-4269-9B9D-E6109E80F846}" srcOrd="1" destOrd="0" presId="urn:microsoft.com/office/officeart/2005/8/layout/hProcess7"/>
    <dgm:cxn modelId="{192E6728-39FA-4B6C-8BF4-72B115F5A20F}" type="presParOf" srcId="{BA1D08F5-6864-40D4-9AB6-9A186B4BCF89}" destId="{835C0A6F-DE83-4838-8989-170CB38B81A9}" srcOrd="2" destOrd="0" presId="urn:microsoft.com/office/officeart/2005/8/layout/hProcess7"/>
    <dgm:cxn modelId="{2F19D2E5-59FA-46E3-ACB9-DB5C76FC58EB}" type="presParOf" srcId="{7171561D-6EBA-415B-9257-C3DF4D8DE595}" destId="{FF5CF875-FB31-4722-A36B-007ADAA6E127}" srcOrd="1" destOrd="0" presId="urn:microsoft.com/office/officeart/2005/8/layout/hProcess7"/>
    <dgm:cxn modelId="{495FA259-CFE4-4D4D-A1F3-2BB9FDAD95B6}" type="presParOf" srcId="{7171561D-6EBA-415B-9257-C3DF4D8DE595}" destId="{6CADA4AD-C0E8-4B3A-A7E3-A757721B5753}" srcOrd="2" destOrd="0" presId="urn:microsoft.com/office/officeart/2005/8/layout/hProcess7"/>
    <dgm:cxn modelId="{1BBF9CC0-99EA-4413-9D3F-7A06CD2D028A}" type="presParOf" srcId="{6CADA4AD-C0E8-4B3A-A7E3-A757721B5753}" destId="{692CD9DD-58FD-486A-A5AB-7478037CAFE6}" srcOrd="0" destOrd="0" presId="urn:microsoft.com/office/officeart/2005/8/layout/hProcess7"/>
    <dgm:cxn modelId="{795D9C8A-CAD0-422D-B48C-6A808E58091E}" type="presParOf" srcId="{6CADA4AD-C0E8-4B3A-A7E3-A757721B5753}" destId="{6262A31C-B93D-4C84-8143-EA5364350E7D}" srcOrd="1" destOrd="0" presId="urn:microsoft.com/office/officeart/2005/8/layout/hProcess7"/>
    <dgm:cxn modelId="{E6793F71-9FFF-463A-AF04-0DE7401E2898}" type="presParOf" srcId="{6CADA4AD-C0E8-4B3A-A7E3-A757721B5753}" destId="{50303E6E-4C2B-4D16-B62A-344E261355F2}" srcOrd="2" destOrd="0" presId="urn:microsoft.com/office/officeart/2005/8/layout/hProcess7"/>
    <dgm:cxn modelId="{928E44E5-2802-4A83-BDE9-C7DF5D379020}" type="presParOf" srcId="{7171561D-6EBA-415B-9257-C3DF4D8DE595}" destId="{49F8947C-7DA5-4C20-B126-09C4DB563A25}" srcOrd="3" destOrd="0" presId="urn:microsoft.com/office/officeart/2005/8/layout/hProcess7"/>
    <dgm:cxn modelId="{A9794C39-6D09-417D-B150-42480E07856A}" type="presParOf" srcId="{7171561D-6EBA-415B-9257-C3DF4D8DE595}" destId="{ADD19D55-20CA-45EE-9226-9F3B67AFA5DE}" srcOrd="4" destOrd="0" presId="urn:microsoft.com/office/officeart/2005/8/layout/hProcess7"/>
    <dgm:cxn modelId="{05DC52C5-514B-4EBD-8F4F-69FBF1AF92B4}" type="presParOf" srcId="{ADD19D55-20CA-45EE-9226-9F3B67AFA5DE}" destId="{D1A8314A-9A4B-427E-9A9E-BE43871EACF4}" srcOrd="0" destOrd="0" presId="urn:microsoft.com/office/officeart/2005/8/layout/hProcess7"/>
    <dgm:cxn modelId="{965D01EE-665E-41EE-A863-0D1AB2DB8EBE}" type="presParOf" srcId="{ADD19D55-20CA-45EE-9226-9F3B67AFA5DE}" destId="{F4D6FCEB-E8B8-4641-A98B-CA396D99FED8}" srcOrd="1" destOrd="0" presId="urn:microsoft.com/office/officeart/2005/8/layout/hProcess7"/>
    <dgm:cxn modelId="{B8C9A94D-4678-4346-A0F7-F99120D08943}" type="presParOf" srcId="{ADD19D55-20CA-45EE-9226-9F3B67AFA5DE}" destId="{DBBC9EF9-C430-4328-A625-DD8CBC587250}" srcOrd="2" destOrd="0" presId="urn:microsoft.com/office/officeart/2005/8/layout/hProcess7"/>
    <dgm:cxn modelId="{763CFB0F-8DCD-457E-84F2-0A2C4275645F}" type="presParOf" srcId="{7171561D-6EBA-415B-9257-C3DF4D8DE595}" destId="{A384045D-8801-446E-9330-4436D03718E3}" srcOrd="5" destOrd="0" presId="urn:microsoft.com/office/officeart/2005/8/layout/hProcess7"/>
    <dgm:cxn modelId="{32C181B4-0300-407F-9E3F-34E0421BE855}" type="presParOf" srcId="{7171561D-6EBA-415B-9257-C3DF4D8DE595}" destId="{439A3C04-A57C-424F-9AEA-EB0CD6543F47}" srcOrd="6" destOrd="0" presId="urn:microsoft.com/office/officeart/2005/8/layout/hProcess7"/>
    <dgm:cxn modelId="{54BBE0F6-8F14-4A9C-8DB4-69894D2BFE6C}" type="presParOf" srcId="{439A3C04-A57C-424F-9AEA-EB0CD6543F47}" destId="{98BB46E5-FC85-4D90-996C-5BC994D2706A}" srcOrd="0" destOrd="0" presId="urn:microsoft.com/office/officeart/2005/8/layout/hProcess7"/>
    <dgm:cxn modelId="{2DB55DD7-6208-448B-8128-0B11BECDC592}" type="presParOf" srcId="{439A3C04-A57C-424F-9AEA-EB0CD6543F47}" destId="{DD4203E0-AA8A-4C8D-9151-0C7231ACD9A7}" srcOrd="1" destOrd="0" presId="urn:microsoft.com/office/officeart/2005/8/layout/hProcess7"/>
    <dgm:cxn modelId="{FC9DFC93-2352-4E0D-98C2-A6A52EF35563}" type="presParOf" srcId="{439A3C04-A57C-424F-9AEA-EB0CD6543F47}" destId="{686A3458-C924-407F-AD94-E2637B323090}" srcOrd="2" destOrd="0" presId="urn:microsoft.com/office/officeart/2005/8/layout/hProcess7"/>
    <dgm:cxn modelId="{60E1EF18-37F4-4187-A716-24D4B1E87529}" type="presParOf" srcId="{7171561D-6EBA-415B-9257-C3DF4D8DE595}" destId="{2AEF3924-4AFD-40A0-A29A-DF30C40173F0}" srcOrd="7" destOrd="0" presId="urn:microsoft.com/office/officeart/2005/8/layout/hProcess7"/>
    <dgm:cxn modelId="{A9975D72-861D-4975-8B77-4FDFD6F598D9}" type="presParOf" srcId="{7171561D-6EBA-415B-9257-C3DF4D8DE595}" destId="{B79B9EA6-F1F8-4CC4-BCFB-23F433233317}" srcOrd="8" destOrd="0" presId="urn:microsoft.com/office/officeart/2005/8/layout/hProcess7"/>
    <dgm:cxn modelId="{976EB4C9-CFFD-401F-A05C-7E4A8755FF84}" type="presParOf" srcId="{B79B9EA6-F1F8-4CC4-BCFB-23F433233317}" destId="{B0F56F58-2EEC-47E4-8C93-60FFA2980932}" srcOrd="0" destOrd="0" presId="urn:microsoft.com/office/officeart/2005/8/layout/hProcess7"/>
    <dgm:cxn modelId="{C9D8F9A1-608A-42AE-932B-D0A3EA264661}" type="presParOf" srcId="{B79B9EA6-F1F8-4CC4-BCFB-23F433233317}" destId="{50CEC616-D234-4C4A-A923-511AC69F7C6D}" srcOrd="1" destOrd="0" presId="urn:microsoft.com/office/officeart/2005/8/layout/hProcess7"/>
    <dgm:cxn modelId="{759864D5-2E7D-4E21-BE93-5FE8CA8B388C}" type="presParOf" srcId="{B79B9EA6-F1F8-4CC4-BCFB-23F433233317}" destId="{A3A72BF3-BE27-418C-A48B-B408D2ED4003}" srcOrd="2" destOrd="0" presId="urn:microsoft.com/office/officeart/2005/8/layout/hProcess7"/>
    <dgm:cxn modelId="{14B59893-C781-427A-8341-52115D15CC3A}" type="presParOf" srcId="{7171561D-6EBA-415B-9257-C3DF4D8DE595}" destId="{F342B23D-36E0-4A7C-ACB9-B61D3DBFB5FA}" srcOrd="9" destOrd="0" presId="urn:microsoft.com/office/officeart/2005/8/layout/hProcess7"/>
    <dgm:cxn modelId="{7C4FD420-04DB-4E37-9A38-D452E9E91332}" type="presParOf" srcId="{7171561D-6EBA-415B-9257-C3DF4D8DE595}" destId="{C005D0B1-7277-4209-A392-6CBE9377AD73}" srcOrd="10" destOrd="0" presId="urn:microsoft.com/office/officeart/2005/8/layout/hProcess7"/>
    <dgm:cxn modelId="{8C9A967D-C4F0-48BA-8F39-7DE5FE74943F}" type="presParOf" srcId="{C005D0B1-7277-4209-A392-6CBE9377AD73}" destId="{535D85D3-3571-4C93-9399-456AD353D908}" srcOrd="0" destOrd="0" presId="urn:microsoft.com/office/officeart/2005/8/layout/hProcess7"/>
    <dgm:cxn modelId="{2603176E-372B-4B5B-9D38-766D53743D19}" type="presParOf" srcId="{C005D0B1-7277-4209-A392-6CBE9377AD73}" destId="{7D470152-252C-493D-A4FD-ECAD28A8024B}" srcOrd="1" destOrd="0" presId="urn:microsoft.com/office/officeart/2005/8/layout/hProcess7"/>
    <dgm:cxn modelId="{F7961543-375E-4659-918C-AD847B062A24}" type="presParOf" srcId="{C005D0B1-7277-4209-A392-6CBE9377AD73}" destId="{FD0BCFAB-6608-48B7-8FA1-C5D65E55A13E}" srcOrd="2" destOrd="0" presId="urn:microsoft.com/office/officeart/2005/8/layout/hProcess7"/>
    <dgm:cxn modelId="{E9E6B09E-A606-494F-B656-AB97145F269E}" type="presParOf" srcId="{7171561D-6EBA-415B-9257-C3DF4D8DE595}" destId="{D741A80A-B303-4B53-A1EE-CB7A06A376F5}" srcOrd="11" destOrd="0" presId="urn:microsoft.com/office/officeart/2005/8/layout/hProcess7"/>
    <dgm:cxn modelId="{63453EEC-BE5C-4D47-B0FB-77659ACA8F04}" type="presParOf" srcId="{7171561D-6EBA-415B-9257-C3DF4D8DE595}" destId="{0F489F7F-7838-458E-BF32-81364B92F24A}" srcOrd="12" destOrd="0" presId="urn:microsoft.com/office/officeart/2005/8/layout/hProcess7"/>
    <dgm:cxn modelId="{F40DF172-EC39-49FA-AD58-0FBAB72986F3}" type="presParOf" srcId="{0F489F7F-7838-458E-BF32-81364B92F24A}" destId="{3F6401FC-CE50-459C-9B80-453F67019B8B}" srcOrd="0" destOrd="0" presId="urn:microsoft.com/office/officeart/2005/8/layout/hProcess7"/>
    <dgm:cxn modelId="{264BC060-77C3-495C-A4B0-A51403D5B01C}" type="presParOf" srcId="{0F489F7F-7838-458E-BF32-81364B92F24A}" destId="{0099C9C8-2DA9-4C3F-BD45-F68BCB5A953D}" srcOrd="1" destOrd="0" presId="urn:microsoft.com/office/officeart/2005/8/layout/hProcess7"/>
    <dgm:cxn modelId="{B2414382-5701-4BFF-8FA2-62E9098DA9A5}" type="presParOf" srcId="{0F489F7F-7838-458E-BF32-81364B92F24A}" destId="{E9AB25B6-1060-4B01-92A8-B00381ADFB83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A15259-3BA0-42B3-BE16-A40EA9A74F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6548DFC-395C-4003-B1B0-1204FD75BBD8}">
      <dgm:prSet phldrT="[Texto]"/>
      <dgm:spPr/>
      <dgm:t>
        <a:bodyPr/>
        <a:lstStyle/>
        <a:p>
          <a:pPr algn="ctr"/>
          <a:r>
            <a:rPr lang="pt-BR" dirty="0" smtClean="0"/>
            <a:t>REGULADORES</a:t>
          </a:r>
          <a:endParaRPr lang="pt-BR" dirty="0"/>
        </a:p>
      </dgm:t>
    </dgm:pt>
    <dgm:pt modelId="{50455C79-5801-4E13-9251-DF6AF37874C4}" type="parTrans" cxnId="{5EE40DF1-BFF9-4F8F-80FD-F7A84E4EA552}">
      <dgm:prSet/>
      <dgm:spPr/>
      <dgm:t>
        <a:bodyPr/>
        <a:lstStyle/>
        <a:p>
          <a:endParaRPr lang="pt-BR"/>
        </a:p>
      </dgm:t>
    </dgm:pt>
    <dgm:pt modelId="{482B15C1-F190-4201-816F-B470D3741CB0}" type="sibTrans" cxnId="{5EE40DF1-BFF9-4F8F-80FD-F7A84E4EA552}">
      <dgm:prSet/>
      <dgm:spPr/>
      <dgm:t>
        <a:bodyPr/>
        <a:lstStyle/>
        <a:p>
          <a:endParaRPr lang="pt-BR"/>
        </a:p>
      </dgm:t>
    </dgm:pt>
    <dgm:pt modelId="{58A4326E-94A8-41F9-8B81-F0F38F59D778}">
      <dgm:prSet phldrT="[Texto]"/>
      <dgm:spPr/>
      <dgm:t>
        <a:bodyPr/>
        <a:lstStyle/>
        <a:p>
          <a:r>
            <a:rPr lang="pt-BR" dirty="0" smtClean="0"/>
            <a:t>Legislação aplicável (CF88, LGPD, LAI)</a:t>
          </a:r>
          <a:endParaRPr lang="pt-BR" dirty="0"/>
        </a:p>
      </dgm:t>
    </dgm:pt>
    <dgm:pt modelId="{A6FC7817-8B63-4197-A10C-CDE26A33E2F6}" type="parTrans" cxnId="{20CAACBF-8606-46C7-BE44-50F77FA7C2AE}">
      <dgm:prSet/>
      <dgm:spPr/>
      <dgm:t>
        <a:bodyPr/>
        <a:lstStyle/>
        <a:p>
          <a:endParaRPr lang="pt-BR"/>
        </a:p>
      </dgm:t>
    </dgm:pt>
    <dgm:pt modelId="{64DC7A0D-FE1C-4772-A5DC-3AEE6E443D03}" type="sibTrans" cxnId="{20CAACBF-8606-46C7-BE44-50F77FA7C2AE}">
      <dgm:prSet/>
      <dgm:spPr/>
      <dgm:t>
        <a:bodyPr/>
        <a:lstStyle/>
        <a:p>
          <a:endParaRPr lang="pt-BR"/>
        </a:p>
      </dgm:t>
    </dgm:pt>
    <dgm:pt modelId="{99D79454-81F9-430F-A3AA-D3D18185941C}">
      <dgm:prSet/>
      <dgm:spPr/>
      <dgm:t>
        <a:bodyPr/>
        <a:lstStyle/>
        <a:p>
          <a:r>
            <a:rPr lang="pt-BR" dirty="0" smtClean="0"/>
            <a:t>Manual e roteiro de auditoria da </a:t>
          </a:r>
          <a:r>
            <a:rPr lang="pt-BR" dirty="0" err="1" smtClean="0"/>
            <a:t>Secin</a:t>
          </a:r>
          <a:endParaRPr lang="pt-BR" dirty="0"/>
        </a:p>
      </dgm:t>
    </dgm:pt>
    <dgm:pt modelId="{0669013E-F7BD-4F82-92AC-9F3522ADE3BF}" type="parTrans" cxnId="{DD7560C5-B7C9-4421-915A-4C5C3A49CFAD}">
      <dgm:prSet/>
      <dgm:spPr/>
      <dgm:t>
        <a:bodyPr/>
        <a:lstStyle/>
        <a:p>
          <a:endParaRPr lang="pt-BR"/>
        </a:p>
      </dgm:t>
    </dgm:pt>
    <dgm:pt modelId="{EA5CBA9A-DEF2-459B-B79F-704DEE17DE5A}" type="sibTrans" cxnId="{DD7560C5-B7C9-4421-915A-4C5C3A49CFAD}">
      <dgm:prSet/>
      <dgm:spPr/>
      <dgm:t>
        <a:bodyPr/>
        <a:lstStyle/>
        <a:p>
          <a:endParaRPr lang="pt-BR"/>
        </a:p>
      </dgm:t>
    </dgm:pt>
    <dgm:pt modelId="{184F1DBD-9F9D-4F5D-81E8-0D04A01C72AA}">
      <dgm:prSet phldrT="[Texto]"/>
      <dgm:spPr/>
      <dgm:t>
        <a:bodyPr/>
        <a:lstStyle/>
        <a:p>
          <a:r>
            <a:rPr lang="pt-BR" dirty="0" smtClean="0"/>
            <a:t>Boas práticas da atividade de auditoria (</a:t>
          </a:r>
          <a:r>
            <a:rPr lang="pt-BR" dirty="0" err="1" smtClean="0"/>
            <a:t>Intosai</a:t>
          </a:r>
          <a:r>
            <a:rPr lang="pt-BR" dirty="0" smtClean="0"/>
            <a:t>, Coso, </a:t>
          </a:r>
          <a:r>
            <a:rPr lang="pt-BR" dirty="0" err="1" smtClean="0"/>
            <a:t>Cobit</a:t>
          </a:r>
          <a:r>
            <a:rPr lang="pt-BR" dirty="0" smtClean="0"/>
            <a:t>, CFC, CGU, ISO, ABNT)</a:t>
          </a:r>
          <a:endParaRPr lang="pt-BR" dirty="0"/>
        </a:p>
      </dgm:t>
    </dgm:pt>
    <dgm:pt modelId="{47692D3C-E952-4258-87F4-255DE01A96F3}" type="parTrans" cxnId="{11E06B55-1AC6-4CD0-9D73-33DED0415832}">
      <dgm:prSet/>
      <dgm:spPr/>
      <dgm:t>
        <a:bodyPr/>
        <a:lstStyle/>
        <a:p>
          <a:endParaRPr lang="pt-BR"/>
        </a:p>
      </dgm:t>
    </dgm:pt>
    <dgm:pt modelId="{16A6533F-4D33-4CDA-B99D-50E4A800FCC7}" type="sibTrans" cxnId="{11E06B55-1AC6-4CD0-9D73-33DED0415832}">
      <dgm:prSet/>
      <dgm:spPr/>
      <dgm:t>
        <a:bodyPr/>
        <a:lstStyle/>
        <a:p>
          <a:endParaRPr lang="pt-BR"/>
        </a:p>
      </dgm:t>
    </dgm:pt>
    <dgm:pt modelId="{1BD96696-8B28-4EE0-B18E-F06B1DD8F945}">
      <dgm:prSet phldrT="[Texto]"/>
      <dgm:spPr/>
      <dgm:t>
        <a:bodyPr/>
        <a:lstStyle/>
        <a:p>
          <a:r>
            <a:rPr lang="pt-BR" dirty="0" smtClean="0"/>
            <a:t>Estatuto de Controle Interno </a:t>
          </a:r>
          <a:endParaRPr lang="pt-BR" dirty="0"/>
        </a:p>
      </dgm:t>
    </dgm:pt>
    <dgm:pt modelId="{D75E8142-0FCD-4E15-8419-A0DF8DAA1312}" type="parTrans" cxnId="{93EC91B3-D23B-46E8-8574-8BE596438C0C}">
      <dgm:prSet/>
      <dgm:spPr/>
      <dgm:t>
        <a:bodyPr/>
        <a:lstStyle/>
        <a:p>
          <a:endParaRPr lang="pt-BR"/>
        </a:p>
      </dgm:t>
    </dgm:pt>
    <dgm:pt modelId="{AC9ED710-F879-4F08-9687-B4A0803BBF52}" type="sibTrans" cxnId="{93EC91B3-D23B-46E8-8574-8BE596438C0C}">
      <dgm:prSet/>
      <dgm:spPr/>
      <dgm:t>
        <a:bodyPr/>
        <a:lstStyle/>
        <a:p>
          <a:endParaRPr lang="pt-BR"/>
        </a:p>
      </dgm:t>
    </dgm:pt>
    <dgm:pt modelId="{D580AED0-A5FD-4904-AC06-390507F2AA6B}">
      <dgm:prSet phldrT="[Texto]"/>
      <dgm:spPr/>
      <dgm:t>
        <a:bodyPr/>
        <a:lstStyle/>
        <a:p>
          <a:r>
            <a:rPr lang="pt-BR" dirty="0" smtClean="0"/>
            <a:t>Normas e padrões de auditoria (IIA, TCU)</a:t>
          </a:r>
          <a:endParaRPr lang="pt-BR" dirty="0"/>
        </a:p>
      </dgm:t>
    </dgm:pt>
    <dgm:pt modelId="{D0140E45-2531-4942-B702-D5E8A62B2903}" type="parTrans" cxnId="{0F73A65D-CC88-4BE1-8B19-BB50C45BD220}">
      <dgm:prSet/>
      <dgm:spPr/>
      <dgm:t>
        <a:bodyPr/>
        <a:lstStyle/>
        <a:p>
          <a:endParaRPr lang="pt-BR"/>
        </a:p>
      </dgm:t>
    </dgm:pt>
    <dgm:pt modelId="{0E8382B0-4499-452C-8559-4670283E0869}" type="sibTrans" cxnId="{0F73A65D-CC88-4BE1-8B19-BB50C45BD220}">
      <dgm:prSet/>
      <dgm:spPr/>
      <dgm:t>
        <a:bodyPr/>
        <a:lstStyle/>
        <a:p>
          <a:endParaRPr lang="pt-BR"/>
        </a:p>
      </dgm:t>
    </dgm:pt>
    <dgm:pt modelId="{3A9DC3A1-F838-4EC9-9309-42B3586A101F}" type="pres">
      <dgm:prSet presAssocID="{5CA15259-3BA0-42B3-BE16-A40EA9A74F9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6F0A66C0-7663-4BAB-8D6D-C2A9CA1F9616}" type="pres">
      <dgm:prSet presAssocID="{46548DFC-395C-4003-B1B0-1204FD75BBD8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2CB33E7-2F08-4F97-9090-60302EDC4DB3}" type="pres">
      <dgm:prSet presAssocID="{46548DFC-395C-4003-B1B0-1204FD75BBD8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3EC91B3-D23B-46E8-8574-8BE596438C0C}" srcId="{46548DFC-395C-4003-B1B0-1204FD75BBD8}" destId="{1BD96696-8B28-4EE0-B18E-F06B1DD8F945}" srcOrd="3" destOrd="0" parTransId="{D75E8142-0FCD-4E15-8419-A0DF8DAA1312}" sibTransId="{AC9ED710-F879-4F08-9687-B4A0803BBF52}"/>
    <dgm:cxn modelId="{0F73A65D-CC88-4BE1-8B19-BB50C45BD220}" srcId="{46548DFC-395C-4003-B1B0-1204FD75BBD8}" destId="{D580AED0-A5FD-4904-AC06-390507F2AA6B}" srcOrd="1" destOrd="0" parTransId="{D0140E45-2531-4942-B702-D5E8A62B2903}" sibTransId="{0E8382B0-4499-452C-8559-4670283E0869}"/>
    <dgm:cxn modelId="{DB34F62F-67AA-4A8B-83F9-65569EE86E50}" type="presOf" srcId="{184F1DBD-9F9D-4F5D-81E8-0D04A01C72AA}" destId="{62CB33E7-2F08-4F97-9090-60302EDC4DB3}" srcOrd="0" destOrd="2" presId="urn:microsoft.com/office/officeart/2005/8/layout/vList2"/>
    <dgm:cxn modelId="{20CAACBF-8606-46C7-BE44-50F77FA7C2AE}" srcId="{46548DFC-395C-4003-B1B0-1204FD75BBD8}" destId="{58A4326E-94A8-41F9-8B81-F0F38F59D778}" srcOrd="0" destOrd="0" parTransId="{A6FC7817-8B63-4197-A10C-CDE26A33E2F6}" sibTransId="{64DC7A0D-FE1C-4772-A5DC-3AEE6E443D03}"/>
    <dgm:cxn modelId="{11E06B55-1AC6-4CD0-9D73-33DED0415832}" srcId="{46548DFC-395C-4003-B1B0-1204FD75BBD8}" destId="{184F1DBD-9F9D-4F5D-81E8-0D04A01C72AA}" srcOrd="2" destOrd="0" parTransId="{47692D3C-E952-4258-87F4-255DE01A96F3}" sibTransId="{16A6533F-4D33-4CDA-B99D-50E4A800FCC7}"/>
    <dgm:cxn modelId="{FFDD7BD1-7722-470A-B8BD-937B319D8CD6}" type="presOf" srcId="{1BD96696-8B28-4EE0-B18E-F06B1DD8F945}" destId="{62CB33E7-2F08-4F97-9090-60302EDC4DB3}" srcOrd="0" destOrd="3" presId="urn:microsoft.com/office/officeart/2005/8/layout/vList2"/>
    <dgm:cxn modelId="{5EE40DF1-BFF9-4F8F-80FD-F7A84E4EA552}" srcId="{5CA15259-3BA0-42B3-BE16-A40EA9A74F96}" destId="{46548DFC-395C-4003-B1B0-1204FD75BBD8}" srcOrd="0" destOrd="0" parTransId="{50455C79-5801-4E13-9251-DF6AF37874C4}" sibTransId="{482B15C1-F190-4201-816F-B470D3741CB0}"/>
    <dgm:cxn modelId="{DD7560C5-B7C9-4421-915A-4C5C3A49CFAD}" srcId="{46548DFC-395C-4003-B1B0-1204FD75BBD8}" destId="{99D79454-81F9-430F-A3AA-D3D18185941C}" srcOrd="4" destOrd="0" parTransId="{0669013E-F7BD-4F82-92AC-9F3522ADE3BF}" sibTransId="{EA5CBA9A-DEF2-459B-B79F-704DEE17DE5A}"/>
    <dgm:cxn modelId="{23A26595-0D83-46D2-85F2-27D7307E825C}" type="presOf" srcId="{58A4326E-94A8-41F9-8B81-F0F38F59D778}" destId="{62CB33E7-2F08-4F97-9090-60302EDC4DB3}" srcOrd="0" destOrd="0" presId="urn:microsoft.com/office/officeart/2005/8/layout/vList2"/>
    <dgm:cxn modelId="{C64A53F7-D694-4542-A670-595654FDE5B1}" type="presOf" srcId="{46548DFC-395C-4003-B1B0-1204FD75BBD8}" destId="{6F0A66C0-7663-4BAB-8D6D-C2A9CA1F9616}" srcOrd="0" destOrd="0" presId="urn:microsoft.com/office/officeart/2005/8/layout/vList2"/>
    <dgm:cxn modelId="{BD5513B8-020A-4FB7-A7F7-AB6F6CAA1A55}" type="presOf" srcId="{5CA15259-3BA0-42B3-BE16-A40EA9A74F96}" destId="{3A9DC3A1-F838-4EC9-9309-42B3586A101F}" srcOrd="0" destOrd="0" presId="urn:microsoft.com/office/officeart/2005/8/layout/vList2"/>
    <dgm:cxn modelId="{77C2E620-E7DE-4DDD-8962-64685DA8922D}" type="presOf" srcId="{99D79454-81F9-430F-A3AA-D3D18185941C}" destId="{62CB33E7-2F08-4F97-9090-60302EDC4DB3}" srcOrd="0" destOrd="4" presId="urn:microsoft.com/office/officeart/2005/8/layout/vList2"/>
    <dgm:cxn modelId="{D0969707-4A8F-4B68-869C-0308799E5F51}" type="presOf" srcId="{D580AED0-A5FD-4904-AC06-390507F2AA6B}" destId="{62CB33E7-2F08-4F97-9090-60302EDC4DB3}" srcOrd="0" destOrd="1" presId="urn:microsoft.com/office/officeart/2005/8/layout/vList2"/>
    <dgm:cxn modelId="{8D236F7D-B3BC-4A48-96A5-2C9F383C1D19}" type="presParOf" srcId="{3A9DC3A1-F838-4EC9-9309-42B3586A101F}" destId="{6F0A66C0-7663-4BAB-8D6D-C2A9CA1F9616}" srcOrd="0" destOrd="0" presId="urn:microsoft.com/office/officeart/2005/8/layout/vList2"/>
    <dgm:cxn modelId="{2443B803-C627-4CBF-9FB1-09225F7D6E55}" type="presParOf" srcId="{3A9DC3A1-F838-4EC9-9309-42B3586A101F}" destId="{62CB33E7-2F08-4F97-9090-60302EDC4DB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CA15259-3BA0-42B3-BE16-A40EA9A74F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6548DFC-395C-4003-B1B0-1204FD75BBD8}">
      <dgm:prSet phldrT="[Texto]"/>
      <dgm:spPr/>
      <dgm:t>
        <a:bodyPr/>
        <a:lstStyle/>
        <a:p>
          <a:pPr algn="ctr"/>
          <a:r>
            <a:rPr lang="pt-BR" dirty="0" smtClean="0"/>
            <a:t>ENTRADAS</a:t>
          </a:r>
          <a:endParaRPr lang="pt-BR" dirty="0"/>
        </a:p>
      </dgm:t>
    </dgm:pt>
    <dgm:pt modelId="{50455C79-5801-4E13-9251-DF6AF37874C4}" type="parTrans" cxnId="{5EE40DF1-BFF9-4F8F-80FD-F7A84E4EA552}">
      <dgm:prSet/>
      <dgm:spPr/>
      <dgm:t>
        <a:bodyPr/>
        <a:lstStyle/>
        <a:p>
          <a:endParaRPr lang="pt-BR"/>
        </a:p>
      </dgm:t>
    </dgm:pt>
    <dgm:pt modelId="{482B15C1-F190-4201-816F-B470D3741CB0}" type="sibTrans" cxnId="{5EE40DF1-BFF9-4F8F-80FD-F7A84E4EA552}">
      <dgm:prSet/>
      <dgm:spPr/>
      <dgm:t>
        <a:bodyPr/>
        <a:lstStyle/>
        <a:p>
          <a:endParaRPr lang="pt-BR"/>
        </a:p>
      </dgm:t>
    </dgm:pt>
    <dgm:pt modelId="{58A4326E-94A8-41F9-8B81-F0F38F59D778}">
      <dgm:prSet phldrT="[Texto]"/>
      <dgm:spPr/>
      <dgm:t>
        <a:bodyPr/>
        <a:lstStyle/>
        <a:p>
          <a:r>
            <a:rPr lang="pt-BR" dirty="0" smtClean="0"/>
            <a:t>Informações sobre o objeto</a:t>
          </a:r>
          <a:endParaRPr lang="pt-BR" dirty="0"/>
        </a:p>
      </dgm:t>
    </dgm:pt>
    <dgm:pt modelId="{A6FC7817-8B63-4197-A10C-CDE26A33E2F6}" type="parTrans" cxnId="{20CAACBF-8606-46C7-BE44-50F77FA7C2AE}">
      <dgm:prSet/>
      <dgm:spPr/>
      <dgm:t>
        <a:bodyPr/>
        <a:lstStyle/>
        <a:p>
          <a:endParaRPr lang="pt-BR"/>
        </a:p>
      </dgm:t>
    </dgm:pt>
    <dgm:pt modelId="{64DC7A0D-FE1C-4772-A5DC-3AEE6E443D03}" type="sibTrans" cxnId="{20CAACBF-8606-46C7-BE44-50F77FA7C2AE}">
      <dgm:prSet/>
      <dgm:spPr/>
      <dgm:t>
        <a:bodyPr/>
        <a:lstStyle/>
        <a:p>
          <a:endParaRPr lang="pt-BR"/>
        </a:p>
      </dgm:t>
    </dgm:pt>
    <dgm:pt modelId="{170576FC-68B8-4380-9BB9-A7DB98987378}">
      <dgm:prSet phldrT="[Texto]"/>
      <dgm:spPr/>
      <dgm:t>
        <a:bodyPr/>
        <a:lstStyle/>
        <a:p>
          <a:r>
            <a:rPr lang="pt-BR" dirty="0" smtClean="0"/>
            <a:t>Informações de ações de controle anteriores</a:t>
          </a:r>
          <a:endParaRPr lang="pt-BR" dirty="0"/>
        </a:p>
      </dgm:t>
    </dgm:pt>
    <dgm:pt modelId="{12DBE7E5-A2BF-45D9-8C2C-92C7CAFF96D1}" type="parTrans" cxnId="{92820C95-4A2F-4BDB-BE40-EA674AE60C3A}">
      <dgm:prSet/>
      <dgm:spPr/>
    </dgm:pt>
    <dgm:pt modelId="{EDAF6FE7-AD1E-458A-B1EE-6BE845C402F0}" type="sibTrans" cxnId="{92820C95-4A2F-4BDB-BE40-EA674AE60C3A}">
      <dgm:prSet/>
      <dgm:spPr/>
    </dgm:pt>
    <dgm:pt modelId="{B8F001C4-2983-4E01-8A89-AC02ED9D64C3}">
      <dgm:prSet phldrT="[Texto]"/>
      <dgm:spPr/>
      <dgm:t>
        <a:bodyPr/>
        <a:lstStyle/>
        <a:p>
          <a:r>
            <a:rPr lang="pt-BR" dirty="0" smtClean="0"/>
            <a:t>Critérios (legislação e boas práticas) de auditoria aplicáveis ao objeto</a:t>
          </a:r>
          <a:endParaRPr lang="pt-BR" dirty="0"/>
        </a:p>
      </dgm:t>
    </dgm:pt>
    <dgm:pt modelId="{5DD0C928-08AB-41E2-921A-33AACE84A8EB}" type="parTrans" cxnId="{B8D7105E-F61E-482E-962C-9350C0C0D0AA}">
      <dgm:prSet/>
      <dgm:spPr/>
    </dgm:pt>
    <dgm:pt modelId="{8733AF2A-7AB0-479D-9E8C-D6A5418F1C6D}" type="sibTrans" cxnId="{B8D7105E-F61E-482E-962C-9350C0C0D0AA}">
      <dgm:prSet/>
      <dgm:spPr/>
    </dgm:pt>
    <dgm:pt modelId="{DA82D185-9F0F-4957-9789-7417FA122DA9}">
      <dgm:prSet phldrT="[Texto]"/>
      <dgm:spPr/>
      <dgm:t>
        <a:bodyPr/>
        <a:lstStyle/>
        <a:p>
          <a:r>
            <a:rPr lang="pt-BR" dirty="0" smtClean="0"/>
            <a:t>Bases de dados do objeto</a:t>
          </a:r>
          <a:endParaRPr lang="pt-BR" dirty="0"/>
        </a:p>
      </dgm:t>
    </dgm:pt>
    <dgm:pt modelId="{1B15A1CF-8574-4CB9-9AE8-77FEBB0046F5}" type="parTrans" cxnId="{E5E0D082-2CE2-4D55-A2D7-6CF44DF0E58E}">
      <dgm:prSet/>
      <dgm:spPr/>
    </dgm:pt>
    <dgm:pt modelId="{D37496A8-C50B-4D29-95B3-D284FF4AD8A0}" type="sibTrans" cxnId="{E5E0D082-2CE2-4D55-A2D7-6CF44DF0E58E}">
      <dgm:prSet/>
      <dgm:spPr/>
    </dgm:pt>
    <dgm:pt modelId="{3A9DC3A1-F838-4EC9-9309-42B3586A101F}" type="pres">
      <dgm:prSet presAssocID="{5CA15259-3BA0-42B3-BE16-A40EA9A74F9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6F0A66C0-7663-4BAB-8D6D-C2A9CA1F9616}" type="pres">
      <dgm:prSet presAssocID="{46548DFC-395C-4003-B1B0-1204FD75BBD8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2CB33E7-2F08-4F97-9090-60302EDC4DB3}" type="pres">
      <dgm:prSet presAssocID="{46548DFC-395C-4003-B1B0-1204FD75BBD8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1F22B926-12E7-4940-AFE3-D2B6D9681AE9}" type="presOf" srcId="{58A4326E-94A8-41F9-8B81-F0F38F59D778}" destId="{62CB33E7-2F08-4F97-9090-60302EDC4DB3}" srcOrd="0" destOrd="0" presId="urn:microsoft.com/office/officeart/2005/8/layout/vList2"/>
    <dgm:cxn modelId="{20CAACBF-8606-46C7-BE44-50F77FA7C2AE}" srcId="{46548DFC-395C-4003-B1B0-1204FD75BBD8}" destId="{58A4326E-94A8-41F9-8B81-F0F38F59D778}" srcOrd="0" destOrd="0" parTransId="{A6FC7817-8B63-4197-A10C-CDE26A33E2F6}" sibTransId="{64DC7A0D-FE1C-4772-A5DC-3AEE6E443D03}"/>
    <dgm:cxn modelId="{8C7FC5ED-6B0D-46EB-A6BD-4DE06738CBAA}" type="presOf" srcId="{170576FC-68B8-4380-9BB9-A7DB98987378}" destId="{62CB33E7-2F08-4F97-9090-60302EDC4DB3}" srcOrd="0" destOrd="3" presId="urn:microsoft.com/office/officeart/2005/8/layout/vList2"/>
    <dgm:cxn modelId="{15264A17-DFED-4630-B388-06FC9F67DC2B}" type="presOf" srcId="{46548DFC-395C-4003-B1B0-1204FD75BBD8}" destId="{6F0A66C0-7663-4BAB-8D6D-C2A9CA1F9616}" srcOrd="0" destOrd="0" presId="urn:microsoft.com/office/officeart/2005/8/layout/vList2"/>
    <dgm:cxn modelId="{9BD81FBD-10F1-4455-9BB1-54B55902231B}" type="presOf" srcId="{DA82D185-9F0F-4957-9789-7417FA122DA9}" destId="{62CB33E7-2F08-4F97-9090-60302EDC4DB3}" srcOrd="0" destOrd="1" presId="urn:microsoft.com/office/officeart/2005/8/layout/vList2"/>
    <dgm:cxn modelId="{C6454833-5600-4293-A144-2AC1A32A258E}" type="presOf" srcId="{5CA15259-3BA0-42B3-BE16-A40EA9A74F96}" destId="{3A9DC3A1-F838-4EC9-9309-42B3586A101F}" srcOrd="0" destOrd="0" presId="urn:microsoft.com/office/officeart/2005/8/layout/vList2"/>
    <dgm:cxn modelId="{5EE40DF1-BFF9-4F8F-80FD-F7A84E4EA552}" srcId="{5CA15259-3BA0-42B3-BE16-A40EA9A74F96}" destId="{46548DFC-395C-4003-B1B0-1204FD75BBD8}" srcOrd="0" destOrd="0" parTransId="{50455C79-5801-4E13-9251-DF6AF37874C4}" sibTransId="{482B15C1-F190-4201-816F-B470D3741CB0}"/>
    <dgm:cxn modelId="{E5E0D082-2CE2-4D55-A2D7-6CF44DF0E58E}" srcId="{46548DFC-395C-4003-B1B0-1204FD75BBD8}" destId="{DA82D185-9F0F-4957-9789-7417FA122DA9}" srcOrd="1" destOrd="0" parTransId="{1B15A1CF-8574-4CB9-9AE8-77FEBB0046F5}" sibTransId="{D37496A8-C50B-4D29-95B3-D284FF4AD8A0}"/>
    <dgm:cxn modelId="{B8D7105E-F61E-482E-962C-9350C0C0D0AA}" srcId="{46548DFC-395C-4003-B1B0-1204FD75BBD8}" destId="{B8F001C4-2983-4E01-8A89-AC02ED9D64C3}" srcOrd="2" destOrd="0" parTransId="{5DD0C928-08AB-41E2-921A-33AACE84A8EB}" sibTransId="{8733AF2A-7AB0-479D-9E8C-D6A5418F1C6D}"/>
    <dgm:cxn modelId="{92820C95-4A2F-4BDB-BE40-EA674AE60C3A}" srcId="{46548DFC-395C-4003-B1B0-1204FD75BBD8}" destId="{170576FC-68B8-4380-9BB9-A7DB98987378}" srcOrd="3" destOrd="0" parTransId="{12DBE7E5-A2BF-45D9-8C2C-92C7CAFF96D1}" sibTransId="{EDAF6FE7-AD1E-458A-B1EE-6BE845C402F0}"/>
    <dgm:cxn modelId="{340102BC-3E94-468C-BDA0-B9131AC4B09B}" type="presOf" srcId="{B8F001C4-2983-4E01-8A89-AC02ED9D64C3}" destId="{62CB33E7-2F08-4F97-9090-60302EDC4DB3}" srcOrd="0" destOrd="2" presId="urn:microsoft.com/office/officeart/2005/8/layout/vList2"/>
    <dgm:cxn modelId="{693D3C22-1107-4749-A973-13B62284C5E2}" type="presParOf" srcId="{3A9DC3A1-F838-4EC9-9309-42B3586A101F}" destId="{6F0A66C0-7663-4BAB-8D6D-C2A9CA1F9616}" srcOrd="0" destOrd="0" presId="urn:microsoft.com/office/officeart/2005/8/layout/vList2"/>
    <dgm:cxn modelId="{26598273-9B10-4224-8DF0-470195535CAB}" type="presParOf" srcId="{3A9DC3A1-F838-4EC9-9309-42B3586A101F}" destId="{62CB33E7-2F08-4F97-9090-60302EDC4DB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A15259-3BA0-42B3-BE16-A40EA9A74F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6548DFC-395C-4003-B1B0-1204FD75BBD8}">
      <dgm:prSet phldrT="[Texto]"/>
      <dgm:spPr/>
      <dgm:t>
        <a:bodyPr/>
        <a:lstStyle/>
        <a:p>
          <a:pPr algn="ctr"/>
          <a:r>
            <a:rPr lang="pt-BR" dirty="0" smtClean="0"/>
            <a:t>SAÍDAS</a:t>
          </a:r>
          <a:endParaRPr lang="pt-BR" dirty="0"/>
        </a:p>
      </dgm:t>
    </dgm:pt>
    <dgm:pt modelId="{50455C79-5801-4E13-9251-DF6AF37874C4}" type="parTrans" cxnId="{5EE40DF1-BFF9-4F8F-80FD-F7A84E4EA552}">
      <dgm:prSet/>
      <dgm:spPr/>
      <dgm:t>
        <a:bodyPr/>
        <a:lstStyle/>
        <a:p>
          <a:endParaRPr lang="pt-BR"/>
        </a:p>
      </dgm:t>
    </dgm:pt>
    <dgm:pt modelId="{482B15C1-F190-4201-816F-B470D3741CB0}" type="sibTrans" cxnId="{5EE40DF1-BFF9-4F8F-80FD-F7A84E4EA552}">
      <dgm:prSet/>
      <dgm:spPr/>
      <dgm:t>
        <a:bodyPr/>
        <a:lstStyle/>
        <a:p>
          <a:endParaRPr lang="pt-BR"/>
        </a:p>
      </dgm:t>
    </dgm:pt>
    <dgm:pt modelId="{58A4326E-94A8-41F9-8B81-F0F38F59D778}">
      <dgm:prSet phldrT="[Texto]"/>
      <dgm:spPr/>
      <dgm:t>
        <a:bodyPr/>
        <a:lstStyle/>
        <a:p>
          <a:r>
            <a:rPr lang="pt-BR" dirty="0" smtClean="0"/>
            <a:t>Papéis de trabalho</a:t>
          </a:r>
          <a:endParaRPr lang="pt-BR" dirty="0"/>
        </a:p>
      </dgm:t>
    </dgm:pt>
    <dgm:pt modelId="{A6FC7817-8B63-4197-A10C-CDE26A33E2F6}" type="parTrans" cxnId="{20CAACBF-8606-46C7-BE44-50F77FA7C2AE}">
      <dgm:prSet/>
      <dgm:spPr/>
      <dgm:t>
        <a:bodyPr/>
        <a:lstStyle/>
        <a:p>
          <a:endParaRPr lang="pt-BR"/>
        </a:p>
      </dgm:t>
    </dgm:pt>
    <dgm:pt modelId="{64DC7A0D-FE1C-4772-A5DC-3AEE6E443D03}" type="sibTrans" cxnId="{20CAACBF-8606-46C7-BE44-50F77FA7C2AE}">
      <dgm:prSet/>
      <dgm:spPr/>
      <dgm:t>
        <a:bodyPr/>
        <a:lstStyle/>
        <a:p>
          <a:endParaRPr lang="pt-BR"/>
        </a:p>
      </dgm:t>
    </dgm:pt>
    <dgm:pt modelId="{CEBF5E40-9E3A-40AF-87FC-F1BEE526B2EF}">
      <dgm:prSet/>
      <dgm:spPr/>
      <dgm:t>
        <a:bodyPr/>
        <a:lstStyle/>
        <a:p>
          <a:r>
            <a:rPr lang="pt-BR" dirty="0" smtClean="0"/>
            <a:t>Trilhas de auditoria</a:t>
          </a:r>
        </a:p>
      </dgm:t>
    </dgm:pt>
    <dgm:pt modelId="{9418D525-FBEE-427F-9FD2-A9D4F50A53A7}" type="parTrans" cxnId="{35CDEC42-8D78-4A1D-8D94-1A2E73C52515}">
      <dgm:prSet/>
      <dgm:spPr/>
      <dgm:t>
        <a:bodyPr/>
        <a:lstStyle/>
        <a:p>
          <a:endParaRPr lang="pt-BR"/>
        </a:p>
      </dgm:t>
    </dgm:pt>
    <dgm:pt modelId="{3CA732EF-0E4B-4FCA-8104-2DD7F07C2F10}" type="sibTrans" cxnId="{35CDEC42-8D78-4A1D-8D94-1A2E73C52515}">
      <dgm:prSet/>
      <dgm:spPr/>
      <dgm:t>
        <a:bodyPr/>
        <a:lstStyle/>
        <a:p>
          <a:endParaRPr lang="pt-BR"/>
        </a:p>
      </dgm:t>
    </dgm:pt>
    <dgm:pt modelId="{133B53EB-2952-4081-8F96-29CF6CD24A3F}">
      <dgm:prSet/>
      <dgm:spPr/>
      <dgm:t>
        <a:bodyPr/>
        <a:lstStyle/>
        <a:p>
          <a:r>
            <a:rPr lang="pt-BR" dirty="0" smtClean="0"/>
            <a:t>Notas de auditoria</a:t>
          </a:r>
        </a:p>
      </dgm:t>
    </dgm:pt>
    <dgm:pt modelId="{57C2EDD0-A148-463F-9C0D-E01001501F79}" type="parTrans" cxnId="{BEE1B90C-FB7F-4DD5-A10A-67A74CF3E414}">
      <dgm:prSet/>
      <dgm:spPr/>
      <dgm:t>
        <a:bodyPr/>
        <a:lstStyle/>
        <a:p>
          <a:endParaRPr lang="pt-BR"/>
        </a:p>
      </dgm:t>
    </dgm:pt>
    <dgm:pt modelId="{1ADD8358-F279-4E33-8919-746210A33423}" type="sibTrans" cxnId="{BEE1B90C-FB7F-4DD5-A10A-67A74CF3E414}">
      <dgm:prSet/>
      <dgm:spPr/>
      <dgm:t>
        <a:bodyPr/>
        <a:lstStyle/>
        <a:p>
          <a:endParaRPr lang="pt-BR"/>
        </a:p>
      </dgm:t>
    </dgm:pt>
    <dgm:pt modelId="{E4BEE935-7F02-447E-B791-08C6F14040DA}">
      <dgm:prSet/>
      <dgm:spPr/>
      <dgm:t>
        <a:bodyPr/>
        <a:lstStyle/>
        <a:p>
          <a:r>
            <a:rPr lang="pt-BR" dirty="0" smtClean="0"/>
            <a:t>Relatório de auditoria (conclusões, recomendações e planos de ação)</a:t>
          </a:r>
        </a:p>
      </dgm:t>
    </dgm:pt>
    <dgm:pt modelId="{E3EAAB28-A0E8-4978-94F9-03EAD10039CF}" type="parTrans" cxnId="{23CD3EC1-D77C-4448-B849-121417142BB8}">
      <dgm:prSet/>
      <dgm:spPr/>
      <dgm:t>
        <a:bodyPr/>
        <a:lstStyle/>
        <a:p>
          <a:endParaRPr lang="pt-BR"/>
        </a:p>
      </dgm:t>
    </dgm:pt>
    <dgm:pt modelId="{7B1BE762-BF2B-463E-88AE-9E1A2AF4C7E8}" type="sibTrans" cxnId="{23CD3EC1-D77C-4448-B849-121417142BB8}">
      <dgm:prSet/>
      <dgm:spPr/>
      <dgm:t>
        <a:bodyPr/>
        <a:lstStyle/>
        <a:p>
          <a:endParaRPr lang="pt-BR"/>
        </a:p>
      </dgm:t>
    </dgm:pt>
    <dgm:pt modelId="{E3AB7752-07B5-4091-B0C4-14A2B95C30FD}">
      <dgm:prSet/>
      <dgm:spPr/>
      <dgm:t>
        <a:bodyPr/>
        <a:lstStyle/>
        <a:p>
          <a:r>
            <a:rPr lang="pt-BR" dirty="0" smtClean="0"/>
            <a:t>Sumário executivo de auditoria</a:t>
          </a:r>
        </a:p>
      </dgm:t>
    </dgm:pt>
    <dgm:pt modelId="{6BE0B295-2976-4D1A-B872-B19BAB887BCD}" type="parTrans" cxnId="{9585800A-A882-4F69-AE80-2E400B0136CD}">
      <dgm:prSet/>
      <dgm:spPr/>
      <dgm:t>
        <a:bodyPr/>
        <a:lstStyle/>
        <a:p>
          <a:endParaRPr lang="pt-BR"/>
        </a:p>
      </dgm:t>
    </dgm:pt>
    <dgm:pt modelId="{928EBA30-03CF-4A0E-8C9A-1E6DF13ADD7D}" type="sibTrans" cxnId="{9585800A-A882-4F69-AE80-2E400B0136CD}">
      <dgm:prSet/>
      <dgm:spPr/>
      <dgm:t>
        <a:bodyPr/>
        <a:lstStyle/>
        <a:p>
          <a:endParaRPr lang="pt-BR"/>
        </a:p>
      </dgm:t>
    </dgm:pt>
    <dgm:pt modelId="{3A9DC3A1-F838-4EC9-9309-42B3586A101F}" type="pres">
      <dgm:prSet presAssocID="{5CA15259-3BA0-42B3-BE16-A40EA9A74F9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6F0A66C0-7663-4BAB-8D6D-C2A9CA1F9616}" type="pres">
      <dgm:prSet presAssocID="{46548DFC-395C-4003-B1B0-1204FD75BBD8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2CB33E7-2F08-4F97-9090-60302EDC4DB3}" type="pres">
      <dgm:prSet presAssocID="{46548DFC-395C-4003-B1B0-1204FD75BBD8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EBA9AA68-64A2-466E-9CA1-5F08989CEDAE}" type="presOf" srcId="{E4BEE935-7F02-447E-B791-08C6F14040DA}" destId="{62CB33E7-2F08-4F97-9090-60302EDC4DB3}" srcOrd="0" destOrd="3" presId="urn:microsoft.com/office/officeart/2005/8/layout/vList2"/>
    <dgm:cxn modelId="{14870B8C-01F2-4568-B6A6-DCC8CF418DD1}" type="presOf" srcId="{46548DFC-395C-4003-B1B0-1204FD75BBD8}" destId="{6F0A66C0-7663-4BAB-8D6D-C2A9CA1F9616}" srcOrd="0" destOrd="0" presId="urn:microsoft.com/office/officeart/2005/8/layout/vList2"/>
    <dgm:cxn modelId="{20CAACBF-8606-46C7-BE44-50F77FA7C2AE}" srcId="{46548DFC-395C-4003-B1B0-1204FD75BBD8}" destId="{58A4326E-94A8-41F9-8B81-F0F38F59D778}" srcOrd="0" destOrd="0" parTransId="{A6FC7817-8B63-4197-A10C-CDE26A33E2F6}" sibTransId="{64DC7A0D-FE1C-4772-A5DC-3AEE6E443D03}"/>
    <dgm:cxn modelId="{E492B5B6-BA42-4934-940A-F14AC9F405C8}" type="presOf" srcId="{CEBF5E40-9E3A-40AF-87FC-F1BEE526B2EF}" destId="{62CB33E7-2F08-4F97-9090-60302EDC4DB3}" srcOrd="0" destOrd="1" presId="urn:microsoft.com/office/officeart/2005/8/layout/vList2"/>
    <dgm:cxn modelId="{FC8E41F4-7CE9-4717-BEE6-C77C76C89702}" type="presOf" srcId="{133B53EB-2952-4081-8F96-29CF6CD24A3F}" destId="{62CB33E7-2F08-4F97-9090-60302EDC4DB3}" srcOrd="0" destOrd="2" presId="urn:microsoft.com/office/officeart/2005/8/layout/vList2"/>
    <dgm:cxn modelId="{58B94782-F4CC-4FA0-94B6-DF5A14345D3F}" type="presOf" srcId="{58A4326E-94A8-41F9-8B81-F0F38F59D778}" destId="{62CB33E7-2F08-4F97-9090-60302EDC4DB3}" srcOrd="0" destOrd="0" presId="urn:microsoft.com/office/officeart/2005/8/layout/vList2"/>
    <dgm:cxn modelId="{5EE40DF1-BFF9-4F8F-80FD-F7A84E4EA552}" srcId="{5CA15259-3BA0-42B3-BE16-A40EA9A74F96}" destId="{46548DFC-395C-4003-B1B0-1204FD75BBD8}" srcOrd="0" destOrd="0" parTransId="{50455C79-5801-4E13-9251-DF6AF37874C4}" sibTransId="{482B15C1-F190-4201-816F-B470D3741CB0}"/>
    <dgm:cxn modelId="{E2721913-0696-4214-BAB4-46258CFAC7D5}" type="presOf" srcId="{E3AB7752-07B5-4091-B0C4-14A2B95C30FD}" destId="{62CB33E7-2F08-4F97-9090-60302EDC4DB3}" srcOrd="0" destOrd="4" presId="urn:microsoft.com/office/officeart/2005/8/layout/vList2"/>
    <dgm:cxn modelId="{BEE1B90C-FB7F-4DD5-A10A-67A74CF3E414}" srcId="{46548DFC-395C-4003-B1B0-1204FD75BBD8}" destId="{133B53EB-2952-4081-8F96-29CF6CD24A3F}" srcOrd="2" destOrd="0" parTransId="{57C2EDD0-A148-463F-9C0D-E01001501F79}" sibTransId="{1ADD8358-F279-4E33-8919-746210A33423}"/>
    <dgm:cxn modelId="{9585800A-A882-4F69-AE80-2E400B0136CD}" srcId="{46548DFC-395C-4003-B1B0-1204FD75BBD8}" destId="{E3AB7752-07B5-4091-B0C4-14A2B95C30FD}" srcOrd="4" destOrd="0" parTransId="{6BE0B295-2976-4D1A-B872-B19BAB887BCD}" sibTransId="{928EBA30-03CF-4A0E-8C9A-1E6DF13ADD7D}"/>
    <dgm:cxn modelId="{3E62FDCF-190F-4EF7-A9B7-E239DCAA8A45}" type="presOf" srcId="{5CA15259-3BA0-42B3-BE16-A40EA9A74F96}" destId="{3A9DC3A1-F838-4EC9-9309-42B3586A101F}" srcOrd="0" destOrd="0" presId="urn:microsoft.com/office/officeart/2005/8/layout/vList2"/>
    <dgm:cxn modelId="{23CD3EC1-D77C-4448-B849-121417142BB8}" srcId="{46548DFC-395C-4003-B1B0-1204FD75BBD8}" destId="{E4BEE935-7F02-447E-B791-08C6F14040DA}" srcOrd="3" destOrd="0" parTransId="{E3EAAB28-A0E8-4978-94F9-03EAD10039CF}" sibTransId="{7B1BE762-BF2B-463E-88AE-9E1A2AF4C7E8}"/>
    <dgm:cxn modelId="{35CDEC42-8D78-4A1D-8D94-1A2E73C52515}" srcId="{46548DFC-395C-4003-B1B0-1204FD75BBD8}" destId="{CEBF5E40-9E3A-40AF-87FC-F1BEE526B2EF}" srcOrd="1" destOrd="0" parTransId="{9418D525-FBEE-427F-9FD2-A9D4F50A53A7}" sibTransId="{3CA732EF-0E4B-4FCA-8104-2DD7F07C2F10}"/>
    <dgm:cxn modelId="{DB199AA8-983A-48C9-A8D1-A0F9DF47FDBD}" type="presParOf" srcId="{3A9DC3A1-F838-4EC9-9309-42B3586A101F}" destId="{6F0A66C0-7663-4BAB-8D6D-C2A9CA1F9616}" srcOrd="0" destOrd="0" presId="urn:microsoft.com/office/officeart/2005/8/layout/vList2"/>
    <dgm:cxn modelId="{F61EF8AC-B5E6-40BD-B437-D4BAC47F1398}" type="presParOf" srcId="{3A9DC3A1-F838-4EC9-9309-42B3586A101F}" destId="{62CB33E7-2F08-4F97-9090-60302EDC4DB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CA15259-3BA0-42B3-BE16-A40EA9A74F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6548DFC-395C-4003-B1B0-1204FD75BBD8}">
      <dgm:prSet phldrT="[Texto]"/>
      <dgm:spPr/>
      <dgm:t>
        <a:bodyPr/>
        <a:lstStyle/>
        <a:p>
          <a:pPr algn="ctr"/>
          <a:r>
            <a:rPr lang="pt-BR" dirty="0" smtClean="0"/>
            <a:t>RECURSOS DE SUPORTE</a:t>
          </a:r>
          <a:endParaRPr lang="pt-BR" dirty="0"/>
        </a:p>
      </dgm:t>
    </dgm:pt>
    <dgm:pt modelId="{50455C79-5801-4E13-9251-DF6AF37874C4}" type="parTrans" cxnId="{5EE40DF1-BFF9-4F8F-80FD-F7A84E4EA552}">
      <dgm:prSet/>
      <dgm:spPr/>
      <dgm:t>
        <a:bodyPr/>
        <a:lstStyle/>
        <a:p>
          <a:endParaRPr lang="pt-BR"/>
        </a:p>
      </dgm:t>
    </dgm:pt>
    <dgm:pt modelId="{482B15C1-F190-4201-816F-B470D3741CB0}" type="sibTrans" cxnId="{5EE40DF1-BFF9-4F8F-80FD-F7A84E4EA552}">
      <dgm:prSet/>
      <dgm:spPr/>
      <dgm:t>
        <a:bodyPr/>
        <a:lstStyle/>
        <a:p>
          <a:endParaRPr lang="pt-BR"/>
        </a:p>
      </dgm:t>
    </dgm:pt>
    <dgm:pt modelId="{58A4326E-94A8-41F9-8B81-F0F38F59D778}">
      <dgm:prSet phldrT="[Texto]"/>
      <dgm:spPr/>
      <dgm:t>
        <a:bodyPr/>
        <a:lstStyle/>
        <a:p>
          <a:r>
            <a:rPr lang="pt-BR" dirty="0" smtClean="0"/>
            <a:t>Equipe de trabalho</a:t>
          </a:r>
          <a:endParaRPr lang="pt-BR" dirty="0"/>
        </a:p>
      </dgm:t>
    </dgm:pt>
    <dgm:pt modelId="{A6FC7817-8B63-4197-A10C-CDE26A33E2F6}" type="parTrans" cxnId="{20CAACBF-8606-46C7-BE44-50F77FA7C2AE}">
      <dgm:prSet/>
      <dgm:spPr/>
      <dgm:t>
        <a:bodyPr/>
        <a:lstStyle/>
        <a:p>
          <a:endParaRPr lang="pt-BR"/>
        </a:p>
      </dgm:t>
    </dgm:pt>
    <dgm:pt modelId="{64DC7A0D-FE1C-4772-A5DC-3AEE6E443D03}" type="sibTrans" cxnId="{20CAACBF-8606-46C7-BE44-50F77FA7C2AE}">
      <dgm:prSet/>
      <dgm:spPr/>
      <dgm:t>
        <a:bodyPr/>
        <a:lstStyle/>
        <a:p>
          <a:endParaRPr lang="pt-BR"/>
        </a:p>
      </dgm:t>
    </dgm:pt>
    <dgm:pt modelId="{46EE6763-BD93-4230-81B6-E8DE68E5910B}">
      <dgm:prSet/>
      <dgm:spPr/>
      <dgm:t>
        <a:bodyPr/>
        <a:lstStyle/>
        <a:p>
          <a:r>
            <a:rPr lang="pt-BR" dirty="0" smtClean="0"/>
            <a:t>Sistemas transacionais (</a:t>
          </a:r>
          <a:r>
            <a:rPr lang="pt-BR" dirty="0" err="1" smtClean="0"/>
            <a:t>Siafi</a:t>
          </a:r>
          <a:r>
            <a:rPr lang="pt-BR" dirty="0" smtClean="0"/>
            <a:t>, Sigmas, </a:t>
          </a:r>
          <a:r>
            <a:rPr lang="pt-BR" dirty="0" err="1" smtClean="0"/>
            <a:t>Sigesp</a:t>
          </a:r>
          <a:r>
            <a:rPr lang="pt-BR" dirty="0" smtClean="0"/>
            <a:t>, </a:t>
          </a:r>
          <a:r>
            <a:rPr lang="pt-BR" dirty="0" err="1" smtClean="0"/>
            <a:t>Siorc</a:t>
          </a:r>
          <a:r>
            <a:rPr lang="pt-BR" dirty="0" smtClean="0"/>
            <a:t> e outros)</a:t>
          </a:r>
          <a:endParaRPr lang="pt-BR" dirty="0"/>
        </a:p>
      </dgm:t>
    </dgm:pt>
    <dgm:pt modelId="{7EBBAAAC-176C-4336-B954-BA9ACF7534DB}" type="parTrans" cxnId="{12F952EF-5063-4558-A46D-E0D15294723E}">
      <dgm:prSet/>
      <dgm:spPr/>
      <dgm:t>
        <a:bodyPr/>
        <a:lstStyle/>
        <a:p>
          <a:endParaRPr lang="pt-BR"/>
        </a:p>
      </dgm:t>
    </dgm:pt>
    <dgm:pt modelId="{DD57E667-9FB8-428F-84D7-DBFDD02EF986}" type="sibTrans" cxnId="{12F952EF-5063-4558-A46D-E0D15294723E}">
      <dgm:prSet/>
      <dgm:spPr/>
      <dgm:t>
        <a:bodyPr/>
        <a:lstStyle/>
        <a:p>
          <a:endParaRPr lang="pt-BR"/>
        </a:p>
      </dgm:t>
    </dgm:pt>
    <dgm:pt modelId="{7322D903-45C1-4208-92E5-8F6889CA7B2C}">
      <dgm:prSet phldrT="[Texto]"/>
      <dgm:spPr/>
      <dgm:t>
        <a:bodyPr/>
        <a:lstStyle/>
        <a:p>
          <a:r>
            <a:rPr lang="pt-BR" dirty="0" smtClean="0"/>
            <a:t>Sicoi</a:t>
          </a:r>
          <a:endParaRPr lang="pt-BR" dirty="0"/>
        </a:p>
      </dgm:t>
    </dgm:pt>
    <dgm:pt modelId="{E89936EA-6030-426B-8F79-4248F1456DC0}" type="parTrans" cxnId="{F1564611-F6B7-4802-AD5C-3208F15A1B3C}">
      <dgm:prSet/>
      <dgm:spPr/>
      <dgm:t>
        <a:bodyPr/>
        <a:lstStyle/>
        <a:p>
          <a:endParaRPr lang="pt-BR"/>
        </a:p>
      </dgm:t>
    </dgm:pt>
    <dgm:pt modelId="{15F6E8EE-34AE-4523-A08C-9C1FB12E3D37}" type="sibTrans" cxnId="{F1564611-F6B7-4802-AD5C-3208F15A1B3C}">
      <dgm:prSet/>
      <dgm:spPr/>
      <dgm:t>
        <a:bodyPr/>
        <a:lstStyle/>
        <a:p>
          <a:endParaRPr lang="pt-BR"/>
        </a:p>
      </dgm:t>
    </dgm:pt>
    <dgm:pt modelId="{28843C8D-89E0-4B21-8C02-DACEB89907A8}">
      <dgm:prSet phldrT="[Texto]"/>
      <dgm:spPr/>
      <dgm:t>
        <a:bodyPr/>
        <a:lstStyle/>
        <a:p>
          <a:r>
            <a:rPr lang="pt-BR" dirty="0" smtClean="0"/>
            <a:t>Bibliotecas de auditoria (ações de controle, riscos e controles, programas de auditoria) </a:t>
          </a:r>
          <a:endParaRPr lang="pt-BR" dirty="0"/>
        </a:p>
      </dgm:t>
    </dgm:pt>
    <dgm:pt modelId="{126C7692-FC92-4893-87FB-3217400BFF84}" type="parTrans" cxnId="{56A3486E-B3C7-4302-9CCA-FEFC89BDD573}">
      <dgm:prSet/>
      <dgm:spPr/>
      <dgm:t>
        <a:bodyPr/>
        <a:lstStyle/>
        <a:p>
          <a:endParaRPr lang="pt-BR"/>
        </a:p>
      </dgm:t>
    </dgm:pt>
    <dgm:pt modelId="{238C1453-1BD1-48A3-9346-F1C02BA918C1}" type="sibTrans" cxnId="{56A3486E-B3C7-4302-9CCA-FEFC89BDD573}">
      <dgm:prSet/>
      <dgm:spPr/>
      <dgm:t>
        <a:bodyPr/>
        <a:lstStyle/>
        <a:p>
          <a:endParaRPr lang="pt-BR"/>
        </a:p>
      </dgm:t>
    </dgm:pt>
    <dgm:pt modelId="{0209CAD2-AFFD-4EAC-A1CA-214E6767A0D4}">
      <dgm:prSet/>
      <dgm:spPr/>
      <dgm:t>
        <a:bodyPr/>
        <a:lstStyle/>
        <a:p>
          <a:r>
            <a:rPr lang="pt-BR" dirty="0" smtClean="0"/>
            <a:t>Ferramentas de TIC</a:t>
          </a:r>
          <a:endParaRPr lang="pt-BR" dirty="0"/>
        </a:p>
      </dgm:t>
    </dgm:pt>
    <dgm:pt modelId="{70A80468-BE5A-4C52-AA66-A6C80EA78277}" type="parTrans" cxnId="{6D32BED1-24F4-44F4-95CE-F4B6F04B4CE8}">
      <dgm:prSet/>
      <dgm:spPr/>
      <dgm:t>
        <a:bodyPr/>
        <a:lstStyle/>
        <a:p>
          <a:endParaRPr lang="pt-BR"/>
        </a:p>
      </dgm:t>
    </dgm:pt>
    <dgm:pt modelId="{5060DB77-2E87-4C6D-9FF9-1FDC735E8913}" type="sibTrans" cxnId="{6D32BED1-24F4-44F4-95CE-F4B6F04B4CE8}">
      <dgm:prSet/>
      <dgm:spPr/>
      <dgm:t>
        <a:bodyPr/>
        <a:lstStyle/>
        <a:p>
          <a:endParaRPr lang="pt-BR"/>
        </a:p>
      </dgm:t>
    </dgm:pt>
    <dgm:pt modelId="{1C9CD644-0C25-4B38-AD92-E87B4925FA34}">
      <dgm:prSet phldrT="[Texto]"/>
      <dgm:spPr/>
      <dgm:t>
        <a:bodyPr/>
        <a:lstStyle/>
        <a:p>
          <a:r>
            <a:rPr lang="pt-BR" dirty="0" smtClean="0"/>
            <a:t>Especialista externo</a:t>
          </a:r>
          <a:endParaRPr lang="pt-BR" dirty="0"/>
        </a:p>
      </dgm:t>
    </dgm:pt>
    <dgm:pt modelId="{D6F2C871-D5F7-47E2-8584-FAA9CAE1FD83}" type="parTrans" cxnId="{64AF0F29-2DD2-4247-9DA8-052365B667FE}">
      <dgm:prSet/>
      <dgm:spPr/>
    </dgm:pt>
    <dgm:pt modelId="{21B6CE28-0B31-4E2D-960A-F6C25AF1B9E5}" type="sibTrans" cxnId="{64AF0F29-2DD2-4247-9DA8-052365B667FE}">
      <dgm:prSet/>
      <dgm:spPr/>
    </dgm:pt>
    <dgm:pt modelId="{3A9DC3A1-F838-4EC9-9309-42B3586A101F}" type="pres">
      <dgm:prSet presAssocID="{5CA15259-3BA0-42B3-BE16-A40EA9A74F9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6F0A66C0-7663-4BAB-8D6D-C2A9CA1F9616}" type="pres">
      <dgm:prSet presAssocID="{46548DFC-395C-4003-B1B0-1204FD75BBD8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2CB33E7-2F08-4F97-9090-60302EDC4DB3}" type="pres">
      <dgm:prSet presAssocID="{46548DFC-395C-4003-B1B0-1204FD75BBD8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A99AABB3-6A06-439B-93D2-0DC228617D1B}" type="presOf" srcId="{46548DFC-395C-4003-B1B0-1204FD75BBD8}" destId="{6F0A66C0-7663-4BAB-8D6D-C2A9CA1F9616}" srcOrd="0" destOrd="0" presId="urn:microsoft.com/office/officeart/2005/8/layout/vList2"/>
    <dgm:cxn modelId="{77575A9F-28E0-4A24-A0FB-D03756AC9BAD}" type="presOf" srcId="{1C9CD644-0C25-4B38-AD92-E87B4925FA34}" destId="{62CB33E7-2F08-4F97-9090-60302EDC4DB3}" srcOrd="0" destOrd="1" presId="urn:microsoft.com/office/officeart/2005/8/layout/vList2"/>
    <dgm:cxn modelId="{8B50E840-C569-4FDD-B0D1-00DC1D9C1980}" type="presOf" srcId="{0209CAD2-AFFD-4EAC-A1CA-214E6767A0D4}" destId="{62CB33E7-2F08-4F97-9090-60302EDC4DB3}" srcOrd="0" destOrd="5" presId="urn:microsoft.com/office/officeart/2005/8/layout/vList2"/>
    <dgm:cxn modelId="{20CAACBF-8606-46C7-BE44-50F77FA7C2AE}" srcId="{46548DFC-395C-4003-B1B0-1204FD75BBD8}" destId="{58A4326E-94A8-41F9-8B81-F0F38F59D778}" srcOrd="0" destOrd="0" parTransId="{A6FC7817-8B63-4197-A10C-CDE26A33E2F6}" sibTransId="{64DC7A0D-FE1C-4772-A5DC-3AEE6E443D03}"/>
    <dgm:cxn modelId="{12F952EF-5063-4558-A46D-E0D15294723E}" srcId="{46548DFC-395C-4003-B1B0-1204FD75BBD8}" destId="{46EE6763-BD93-4230-81B6-E8DE68E5910B}" srcOrd="4" destOrd="0" parTransId="{7EBBAAAC-176C-4336-B954-BA9ACF7534DB}" sibTransId="{DD57E667-9FB8-428F-84D7-DBFDD02EF986}"/>
    <dgm:cxn modelId="{56A3486E-B3C7-4302-9CCA-FEFC89BDD573}" srcId="{46548DFC-395C-4003-B1B0-1204FD75BBD8}" destId="{28843C8D-89E0-4B21-8C02-DACEB89907A8}" srcOrd="3" destOrd="0" parTransId="{126C7692-FC92-4893-87FB-3217400BFF84}" sibTransId="{238C1453-1BD1-48A3-9346-F1C02BA918C1}"/>
    <dgm:cxn modelId="{7D870924-41E5-4CA5-AD84-5F0BEEEFAFED}" type="presOf" srcId="{58A4326E-94A8-41F9-8B81-F0F38F59D778}" destId="{62CB33E7-2F08-4F97-9090-60302EDC4DB3}" srcOrd="0" destOrd="0" presId="urn:microsoft.com/office/officeart/2005/8/layout/vList2"/>
    <dgm:cxn modelId="{5EE40DF1-BFF9-4F8F-80FD-F7A84E4EA552}" srcId="{5CA15259-3BA0-42B3-BE16-A40EA9A74F96}" destId="{46548DFC-395C-4003-B1B0-1204FD75BBD8}" srcOrd="0" destOrd="0" parTransId="{50455C79-5801-4E13-9251-DF6AF37874C4}" sibTransId="{482B15C1-F190-4201-816F-B470D3741CB0}"/>
    <dgm:cxn modelId="{5032C38C-562A-4E38-AB70-748144A0568B}" type="presOf" srcId="{7322D903-45C1-4208-92E5-8F6889CA7B2C}" destId="{62CB33E7-2F08-4F97-9090-60302EDC4DB3}" srcOrd="0" destOrd="2" presId="urn:microsoft.com/office/officeart/2005/8/layout/vList2"/>
    <dgm:cxn modelId="{64AF0F29-2DD2-4247-9DA8-052365B667FE}" srcId="{46548DFC-395C-4003-B1B0-1204FD75BBD8}" destId="{1C9CD644-0C25-4B38-AD92-E87B4925FA34}" srcOrd="1" destOrd="0" parTransId="{D6F2C871-D5F7-47E2-8584-FAA9CAE1FD83}" sibTransId="{21B6CE28-0B31-4E2D-960A-F6C25AF1B9E5}"/>
    <dgm:cxn modelId="{6D32BED1-24F4-44F4-95CE-F4B6F04B4CE8}" srcId="{46548DFC-395C-4003-B1B0-1204FD75BBD8}" destId="{0209CAD2-AFFD-4EAC-A1CA-214E6767A0D4}" srcOrd="5" destOrd="0" parTransId="{70A80468-BE5A-4C52-AA66-A6C80EA78277}" sibTransId="{5060DB77-2E87-4C6D-9FF9-1FDC735E8913}"/>
    <dgm:cxn modelId="{4FB095D1-84D8-4B6C-BE15-C3B1EDE33BF6}" type="presOf" srcId="{5CA15259-3BA0-42B3-BE16-A40EA9A74F96}" destId="{3A9DC3A1-F838-4EC9-9309-42B3586A101F}" srcOrd="0" destOrd="0" presId="urn:microsoft.com/office/officeart/2005/8/layout/vList2"/>
    <dgm:cxn modelId="{2C22F7C1-E8AB-4274-9DD7-E4B311A8ADC9}" type="presOf" srcId="{46EE6763-BD93-4230-81B6-E8DE68E5910B}" destId="{62CB33E7-2F08-4F97-9090-60302EDC4DB3}" srcOrd="0" destOrd="4" presId="urn:microsoft.com/office/officeart/2005/8/layout/vList2"/>
    <dgm:cxn modelId="{C13CDA11-2027-4576-96FA-8FE63BC371E2}" type="presOf" srcId="{28843C8D-89E0-4B21-8C02-DACEB89907A8}" destId="{62CB33E7-2F08-4F97-9090-60302EDC4DB3}" srcOrd="0" destOrd="3" presId="urn:microsoft.com/office/officeart/2005/8/layout/vList2"/>
    <dgm:cxn modelId="{F1564611-F6B7-4802-AD5C-3208F15A1B3C}" srcId="{46548DFC-395C-4003-B1B0-1204FD75BBD8}" destId="{7322D903-45C1-4208-92E5-8F6889CA7B2C}" srcOrd="2" destOrd="0" parTransId="{E89936EA-6030-426B-8F79-4248F1456DC0}" sibTransId="{15F6E8EE-34AE-4523-A08C-9C1FB12E3D37}"/>
    <dgm:cxn modelId="{5E416C43-ED81-4787-BD26-63977D4C1E1C}" type="presParOf" srcId="{3A9DC3A1-F838-4EC9-9309-42B3586A101F}" destId="{6F0A66C0-7663-4BAB-8D6D-C2A9CA1F9616}" srcOrd="0" destOrd="0" presId="urn:microsoft.com/office/officeart/2005/8/layout/vList2"/>
    <dgm:cxn modelId="{1B118F37-B9BE-4B39-A3F5-53F8BF5E9424}" type="presParOf" srcId="{3A9DC3A1-F838-4EC9-9309-42B3586A101F}" destId="{62CB33E7-2F08-4F97-9090-60302EDC4DB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4FAC035-94D1-468A-B4EB-D2D6FF7AD37B}" type="doc">
      <dgm:prSet loTypeId="urn:microsoft.com/office/officeart/2008/layout/CircularPictureCallout" loCatId="pictur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2F5487E-CD6B-40D9-A9D6-3432CA22A776}">
      <dgm:prSet custT="1"/>
      <dgm:spPr/>
      <dgm:t>
        <a:bodyPr/>
        <a:lstStyle/>
        <a:p>
          <a:r>
            <a:rPr lang="pt-BR" sz="3600" dirty="0" smtClean="0">
              <a:solidFill>
                <a:srgbClr val="000000"/>
              </a:solidFill>
            </a:rPr>
            <a:t>REALIZAR AUDITORIA</a:t>
          </a:r>
          <a:endParaRPr lang="pt-BR" sz="3600" dirty="0">
            <a:solidFill>
              <a:srgbClr val="000000"/>
            </a:solidFill>
          </a:endParaRPr>
        </a:p>
      </dgm:t>
    </dgm:pt>
    <dgm:pt modelId="{A7F73DD2-DC75-4135-94F5-671E5E708466}" type="parTrans" cxnId="{4A3FE033-83F4-4D85-9FFE-FAD65682BB79}">
      <dgm:prSet/>
      <dgm:spPr/>
      <dgm:t>
        <a:bodyPr/>
        <a:lstStyle/>
        <a:p>
          <a:endParaRPr lang="pt-BR"/>
        </a:p>
      </dgm:t>
    </dgm:pt>
    <dgm:pt modelId="{8B387990-AD39-4572-BF82-4004C3A40A6B}" type="sibTrans" cxnId="{4A3FE033-83F4-4D85-9FFE-FAD65682BB79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000" r="-12000"/>
          </a:stretch>
        </a:blipFill>
      </dgm:spPr>
      <dgm:t>
        <a:bodyPr/>
        <a:lstStyle/>
        <a:p>
          <a:endParaRPr lang="pt-BR"/>
        </a:p>
      </dgm:t>
    </dgm:pt>
    <dgm:pt modelId="{800A002E-8B52-4246-9986-8FF4BFED2433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PLANEJAR AUDITORIA</a:t>
          </a:r>
          <a:endParaRPr lang="pt-BR" dirty="0">
            <a:solidFill>
              <a:srgbClr val="000000"/>
            </a:solidFill>
          </a:endParaRPr>
        </a:p>
      </dgm:t>
    </dgm:pt>
    <dgm:pt modelId="{CAB0024A-7462-4A59-A80D-F18A4EE655D9}" type="parTrans" cxnId="{3CA7ED5B-EB35-487B-BEB3-63B12A99BECA}">
      <dgm:prSet/>
      <dgm:spPr/>
      <dgm:t>
        <a:bodyPr/>
        <a:lstStyle/>
        <a:p>
          <a:endParaRPr lang="pt-BR"/>
        </a:p>
      </dgm:t>
    </dgm:pt>
    <dgm:pt modelId="{86751BC2-5111-4183-87D4-9532AE3D58BF}" type="sibTrans" cxnId="{3CA7ED5B-EB35-487B-BEB3-63B12A99BECA}">
      <dgm:prSet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" b="-15000"/>
          </a:stretch>
        </a:blipFill>
      </dgm:spPr>
      <dgm:t>
        <a:bodyPr/>
        <a:lstStyle/>
        <a:p>
          <a:endParaRPr lang="pt-BR"/>
        </a:p>
      </dgm:t>
    </dgm:pt>
    <dgm:pt modelId="{0A0426FB-1B52-4054-988A-FCA40356B764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EXECUTAR AUDITORIA</a:t>
          </a:r>
          <a:endParaRPr lang="pt-BR" dirty="0">
            <a:solidFill>
              <a:srgbClr val="000000"/>
            </a:solidFill>
          </a:endParaRPr>
        </a:p>
      </dgm:t>
    </dgm:pt>
    <dgm:pt modelId="{DE93B1F9-C54C-43A3-AD5B-43E4B5D9FF80}" type="parTrans" cxnId="{6ACB674C-39B1-4E13-8133-4D62BE2ABCC3}">
      <dgm:prSet/>
      <dgm:spPr/>
      <dgm:t>
        <a:bodyPr/>
        <a:lstStyle/>
        <a:p>
          <a:endParaRPr lang="pt-BR"/>
        </a:p>
      </dgm:t>
    </dgm:pt>
    <dgm:pt modelId="{DFA12E12-5107-4A48-B0C8-A731C1BAE8AE}" type="sibTrans" cxnId="{6ACB674C-39B1-4E13-8133-4D62BE2ABCC3}">
      <dgm:prSet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pt-BR"/>
        </a:p>
      </dgm:t>
    </dgm:pt>
    <dgm:pt modelId="{67B328E5-9798-4FAB-B91C-FAE331492E25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COMUNICAR RESULTADOS</a:t>
          </a:r>
          <a:endParaRPr lang="pt-BR" dirty="0">
            <a:solidFill>
              <a:srgbClr val="000000"/>
            </a:solidFill>
          </a:endParaRPr>
        </a:p>
      </dgm:t>
    </dgm:pt>
    <dgm:pt modelId="{A4813B46-2F21-4D82-AA28-49024DAD6778}" type="parTrans" cxnId="{89B98D82-F6E4-471F-A200-4FEAA0EB8C39}">
      <dgm:prSet/>
      <dgm:spPr/>
      <dgm:t>
        <a:bodyPr/>
        <a:lstStyle/>
        <a:p>
          <a:endParaRPr lang="pt-BR"/>
        </a:p>
      </dgm:t>
    </dgm:pt>
    <dgm:pt modelId="{33F62757-1057-456D-94DE-E768D19C4954}" type="sibTrans" cxnId="{89B98D82-F6E4-471F-A200-4FEAA0EB8C39}">
      <dgm:prSet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</dgm:spPr>
      <dgm:t>
        <a:bodyPr/>
        <a:lstStyle/>
        <a:p>
          <a:endParaRPr lang="pt-BR"/>
        </a:p>
      </dgm:t>
    </dgm:pt>
    <dgm:pt modelId="{28B0B2DE-F8B7-4FC4-ADE3-C9DE2E3C86C9}" type="pres">
      <dgm:prSet presAssocID="{64FAC035-94D1-468A-B4EB-D2D6FF7AD37B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pt-BR"/>
        </a:p>
      </dgm:t>
    </dgm:pt>
    <dgm:pt modelId="{45ECBE7A-1706-4A08-B879-2CCF97771C93}" type="pres">
      <dgm:prSet presAssocID="{64FAC035-94D1-468A-B4EB-D2D6FF7AD37B}" presName="Name1" presStyleCnt="0"/>
      <dgm:spPr/>
    </dgm:pt>
    <dgm:pt modelId="{D07A883B-B0C1-483A-A9D9-BDCE7C008F0A}" type="pres">
      <dgm:prSet presAssocID="{8B387990-AD39-4572-BF82-4004C3A40A6B}" presName="picture_1" presStyleCnt="0"/>
      <dgm:spPr/>
    </dgm:pt>
    <dgm:pt modelId="{5DEB5F04-7563-47A1-96C1-F308F12FB385}" type="pres">
      <dgm:prSet presAssocID="{8B387990-AD39-4572-BF82-4004C3A40A6B}" presName="pictureRepeatNode" presStyleLbl="alignImgPlace1" presStyleIdx="0" presStyleCnt="4" custScaleX="88409" custScaleY="89782"/>
      <dgm:spPr/>
      <dgm:t>
        <a:bodyPr/>
        <a:lstStyle/>
        <a:p>
          <a:endParaRPr lang="pt-BR"/>
        </a:p>
      </dgm:t>
    </dgm:pt>
    <dgm:pt modelId="{19F4A19F-B2A7-405C-A7AA-4D2996C4FC11}" type="pres">
      <dgm:prSet presAssocID="{52F5487E-CD6B-40D9-A9D6-3432CA22A776}" presName="text_1" presStyleLbl="node1" presStyleIdx="0" presStyleCnt="0" custScaleX="163410" custLinFactNeighborX="434" custLinFactNeighborY="6247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F0B708B-4E6A-430F-BF2D-E5D27D99A60A}" type="pres">
      <dgm:prSet presAssocID="{86751BC2-5111-4183-87D4-9532AE3D58BF}" presName="picture_2" presStyleCnt="0"/>
      <dgm:spPr/>
    </dgm:pt>
    <dgm:pt modelId="{C05FA081-19D1-4F87-A121-48E58507031A}" type="pres">
      <dgm:prSet presAssocID="{86751BC2-5111-4183-87D4-9532AE3D58BF}" presName="pictureRepeatNode" presStyleLbl="alignImgPlace1" presStyleIdx="1" presStyleCnt="4"/>
      <dgm:spPr/>
      <dgm:t>
        <a:bodyPr/>
        <a:lstStyle/>
        <a:p>
          <a:endParaRPr lang="pt-BR"/>
        </a:p>
      </dgm:t>
    </dgm:pt>
    <dgm:pt modelId="{ABF1C0F7-E272-4383-B5CB-70731A3C5F99}" type="pres">
      <dgm:prSet presAssocID="{800A002E-8B52-4246-9986-8FF4BFED2433}" presName="line_2" presStyleLbl="parChTrans1D1" presStyleIdx="0" presStyleCnt="3"/>
      <dgm:spPr/>
    </dgm:pt>
    <dgm:pt modelId="{72667188-1976-47E0-92D3-C2E2DEC6735F}" type="pres">
      <dgm:prSet presAssocID="{800A002E-8B52-4246-9986-8FF4BFED2433}" presName="textparent_2" presStyleLbl="node1" presStyleIdx="0" presStyleCnt="0"/>
      <dgm:spPr/>
    </dgm:pt>
    <dgm:pt modelId="{81BC1D49-FC65-4774-B316-807D4FD2B0DE}" type="pres">
      <dgm:prSet presAssocID="{800A002E-8B52-4246-9986-8FF4BFED2433}" presName="text_2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26FA3A3-E8DF-47DE-82A1-761594B918BF}" type="pres">
      <dgm:prSet presAssocID="{DFA12E12-5107-4A48-B0C8-A731C1BAE8AE}" presName="picture_3" presStyleCnt="0"/>
      <dgm:spPr/>
    </dgm:pt>
    <dgm:pt modelId="{EE97880E-567C-4134-BBD2-77EBCAD44F0F}" type="pres">
      <dgm:prSet presAssocID="{DFA12E12-5107-4A48-B0C8-A731C1BAE8AE}" presName="pictureRepeatNode" presStyleLbl="alignImgPlace1" presStyleIdx="2" presStyleCnt="4"/>
      <dgm:spPr/>
      <dgm:t>
        <a:bodyPr/>
        <a:lstStyle/>
        <a:p>
          <a:endParaRPr lang="pt-BR"/>
        </a:p>
      </dgm:t>
    </dgm:pt>
    <dgm:pt modelId="{073686A1-0666-48B9-AFF7-F7F12854F133}" type="pres">
      <dgm:prSet presAssocID="{0A0426FB-1B52-4054-988A-FCA40356B764}" presName="line_3" presStyleLbl="parChTrans1D1" presStyleIdx="1" presStyleCnt="3"/>
      <dgm:spPr/>
    </dgm:pt>
    <dgm:pt modelId="{B4363720-7E2F-435F-B50A-C8EFC356B215}" type="pres">
      <dgm:prSet presAssocID="{0A0426FB-1B52-4054-988A-FCA40356B764}" presName="textparent_3" presStyleLbl="node1" presStyleIdx="0" presStyleCnt="0"/>
      <dgm:spPr/>
    </dgm:pt>
    <dgm:pt modelId="{0863009E-B2EF-4CDE-B679-2C14752F95D3}" type="pres">
      <dgm:prSet presAssocID="{0A0426FB-1B52-4054-988A-FCA40356B764}" presName="text_3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92CA1A5-F9DE-42C0-854F-7C4730548484}" type="pres">
      <dgm:prSet presAssocID="{33F62757-1057-456D-94DE-E768D19C4954}" presName="picture_4" presStyleCnt="0"/>
      <dgm:spPr/>
    </dgm:pt>
    <dgm:pt modelId="{630D4B55-2CD5-4FEA-B431-E03DDCE7B417}" type="pres">
      <dgm:prSet presAssocID="{33F62757-1057-456D-94DE-E768D19C4954}" presName="pictureRepeatNode" presStyleLbl="alignImgPlace1" presStyleIdx="3" presStyleCnt="4"/>
      <dgm:spPr/>
      <dgm:t>
        <a:bodyPr/>
        <a:lstStyle/>
        <a:p>
          <a:endParaRPr lang="pt-BR"/>
        </a:p>
      </dgm:t>
    </dgm:pt>
    <dgm:pt modelId="{10437ACF-AB59-4BDB-BE6F-3A3043DF7DDE}" type="pres">
      <dgm:prSet presAssocID="{67B328E5-9798-4FAB-B91C-FAE331492E25}" presName="line_4" presStyleLbl="parChTrans1D1" presStyleIdx="2" presStyleCnt="3"/>
      <dgm:spPr/>
    </dgm:pt>
    <dgm:pt modelId="{F2EFFA72-41BD-447A-B5FC-258504B4D2AE}" type="pres">
      <dgm:prSet presAssocID="{67B328E5-9798-4FAB-B91C-FAE331492E25}" presName="textparent_4" presStyleLbl="node1" presStyleIdx="0" presStyleCnt="0"/>
      <dgm:spPr/>
    </dgm:pt>
    <dgm:pt modelId="{5E98981D-8E38-4D75-8CFE-FC762B85630A}" type="pres">
      <dgm:prSet presAssocID="{67B328E5-9798-4FAB-B91C-FAE331492E25}" presName="text_4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6ACB674C-39B1-4E13-8133-4D62BE2ABCC3}" srcId="{64FAC035-94D1-468A-B4EB-D2D6FF7AD37B}" destId="{0A0426FB-1B52-4054-988A-FCA40356B764}" srcOrd="2" destOrd="0" parTransId="{DE93B1F9-C54C-43A3-AD5B-43E4B5D9FF80}" sibTransId="{DFA12E12-5107-4A48-B0C8-A731C1BAE8AE}"/>
    <dgm:cxn modelId="{1817CAFD-2C81-4211-938B-E591A44E0C68}" type="presOf" srcId="{800A002E-8B52-4246-9986-8FF4BFED2433}" destId="{81BC1D49-FC65-4774-B316-807D4FD2B0DE}" srcOrd="0" destOrd="0" presId="urn:microsoft.com/office/officeart/2008/layout/CircularPictureCallout"/>
    <dgm:cxn modelId="{89B98D82-F6E4-471F-A200-4FEAA0EB8C39}" srcId="{64FAC035-94D1-468A-B4EB-D2D6FF7AD37B}" destId="{67B328E5-9798-4FAB-B91C-FAE331492E25}" srcOrd="3" destOrd="0" parTransId="{A4813B46-2F21-4D82-AA28-49024DAD6778}" sibTransId="{33F62757-1057-456D-94DE-E768D19C4954}"/>
    <dgm:cxn modelId="{F93F3FF4-7E60-4747-B0A3-2E0090F77FC5}" type="presOf" srcId="{86751BC2-5111-4183-87D4-9532AE3D58BF}" destId="{C05FA081-19D1-4F87-A121-48E58507031A}" srcOrd="0" destOrd="0" presId="urn:microsoft.com/office/officeart/2008/layout/CircularPictureCallout"/>
    <dgm:cxn modelId="{B01FBBA6-31A3-45CE-81BB-C12A41C4534D}" type="presOf" srcId="{33F62757-1057-456D-94DE-E768D19C4954}" destId="{630D4B55-2CD5-4FEA-B431-E03DDCE7B417}" srcOrd="0" destOrd="0" presId="urn:microsoft.com/office/officeart/2008/layout/CircularPictureCallout"/>
    <dgm:cxn modelId="{3E2184FF-5A32-41A7-AD99-F12B5ED81D20}" type="presOf" srcId="{52F5487E-CD6B-40D9-A9D6-3432CA22A776}" destId="{19F4A19F-B2A7-405C-A7AA-4D2996C4FC11}" srcOrd="0" destOrd="0" presId="urn:microsoft.com/office/officeart/2008/layout/CircularPictureCallout"/>
    <dgm:cxn modelId="{3CA7ED5B-EB35-487B-BEB3-63B12A99BECA}" srcId="{64FAC035-94D1-468A-B4EB-D2D6FF7AD37B}" destId="{800A002E-8B52-4246-9986-8FF4BFED2433}" srcOrd="1" destOrd="0" parTransId="{CAB0024A-7462-4A59-A80D-F18A4EE655D9}" sibTransId="{86751BC2-5111-4183-87D4-9532AE3D58BF}"/>
    <dgm:cxn modelId="{0B625DFC-BC36-4197-B635-496D4D13678D}" type="presOf" srcId="{0A0426FB-1B52-4054-988A-FCA40356B764}" destId="{0863009E-B2EF-4CDE-B679-2C14752F95D3}" srcOrd="0" destOrd="0" presId="urn:microsoft.com/office/officeart/2008/layout/CircularPictureCallout"/>
    <dgm:cxn modelId="{3E10B050-70B7-48D5-A016-C64F23677F40}" type="presOf" srcId="{DFA12E12-5107-4A48-B0C8-A731C1BAE8AE}" destId="{EE97880E-567C-4134-BBD2-77EBCAD44F0F}" srcOrd="0" destOrd="0" presId="urn:microsoft.com/office/officeart/2008/layout/CircularPictureCallout"/>
    <dgm:cxn modelId="{442308F2-8E66-404F-BAEE-11296F04CF50}" type="presOf" srcId="{64FAC035-94D1-468A-B4EB-D2D6FF7AD37B}" destId="{28B0B2DE-F8B7-4FC4-ADE3-C9DE2E3C86C9}" srcOrd="0" destOrd="0" presId="urn:microsoft.com/office/officeart/2008/layout/CircularPictureCallout"/>
    <dgm:cxn modelId="{4A3FE033-83F4-4D85-9FFE-FAD65682BB79}" srcId="{64FAC035-94D1-468A-B4EB-D2D6FF7AD37B}" destId="{52F5487E-CD6B-40D9-A9D6-3432CA22A776}" srcOrd="0" destOrd="0" parTransId="{A7F73DD2-DC75-4135-94F5-671E5E708466}" sibTransId="{8B387990-AD39-4572-BF82-4004C3A40A6B}"/>
    <dgm:cxn modelId="{B767FCAF-7C62-4207-99F2-668C9247F0DB}" type="presOf" srcId="{67B328E5-9798-4FAB-B91C-FAE331492E25}" destId="{5E98981D-8E38-4D75-8CFE-FC762B85630A}" srcOrd="0" destOrd="0" presId="urn:microsoft.com/office/officeart/2008/layout/CircularPictureCallout"/>
    <dgm:cxn modelId="{BBD76DFB-D5B8-4E8E-947B-ABC36B72A397}" type="presOf" srcId="{8B387990-AD39-4572-BF82-4004C3A40A6B}" destId="{5DEB5F04-7563-47A1-96C1-F308F12FB385}" srcOrd="0" destOrd="0" presId="urn:microsoft.com/office/officeart/2008/layout/CircularPictureCallout"/>
    <dgm:cxn modelId="{4C147914-1194-4AD1-AD54-D748FA5552C3}" type="presParOf" srcId="{28B0B2DE-F8B7-4FC4-ADE3-C9DE2E3C86C9}" destId="{45ECBE7A-1706-4A08-B879-2CCF97771C93}" srcOrd="0" destOrd="0" presId="urn:microsoft.com/office/officeart/2008/layout/CircularPictureCallout"/>
    <dgm:cxn modelId="{9FE81DB5-A611-4AA8-85C5-4423440CEDFE}" type="presParOf" srcId="{45ECBE7A-1706-4A08-B879-2CCF97771C93}" destId="{D07A883B-B0C1-483A-A9D9-BDCE7C008F0A}" srcOrd="0" destOrd="0" presId="urn:microsoft.com/office/officeart/2008/layout/CircularPictureCallout"/>
    <dgm:cxn modelId="{F61A3C4F-011D-4937-B337-8A68865B620A}" type="presParOf" srcId="{D07A883B-B0C1-483A-A9D9-BDCE7C008F0A}" destId="{5DEB5F04-7563-47A1-96C1-F308F12FB385}" srcOrd="0" destOrd="0" presId="urn:microsoft.com/office/officeart/2008/layout/CircularPictureCallout"/>
    <dgm:cxn modelId="{04C235F8-CA6A-49F3-B76B-E3815F5D0A38}" type="presParOf" srcId="{45ECBE7A-1706-4A08-B879-2CCF97771C93}" destId="{19F4A19F-B2A7-405C-A7AA-4D2996C4FC11}" srcOrd="1" destOrd="0" presId="urn:microsoft.com/office/officeart/2008/layout/CircularPictureCallout"/>
    <dgm:cxn modelId="{BB20955C-3FDB-4A92-8152-37C1C4659E1C}" type="presParOf" srcId="{45ECBE7A-1706-4A08-B879-2CCF97771C93}" destId="{FF0B708B-4E6A-430F-BF2D-E5D27D99A60A}" srcOrd="2" destOrd="0" presId="urn:microsoft.com/office/officeart/2008/layout/CircularPictureCallout"/>
    <dgm:cxn modelId="{CF8429E4-A971-43D3-9194-1A87769D5576}" type="presParOf" srcId="{FF0B708B-4E6A-430F-BF2D-E5D27D99A60A}" destId="{C05FA081-19D1-4F87-A121-48E58507031A}" srcOrd="0" destOrd="0" presId="urn:microsoft.com/office/officeart/2008/layout/CircularPictureCallout"/>
    <dgm:cxn modelId="{8A270F56-4355-4695-A897-F662200E2B8D}" type="presParOf" srcId="{45ECBE7A-1706-4A08-B879-2CCF97771C93}" destId="{ABF1C0F7-E272-4383-B5CB-70731A3C5F99}" srcOrd="3" destOrd="0" presId="urn:microsoft.com/office/officeart/2008/layout/CircularPictureCallout"/>
    <dgm:cxn modelId="{C269F6A1-9F14-49F4-AB00-54431896CD05}" type="presParOf" srcId="{45ECBE7A-1706-4A08-B879-2CCF97771C93}" destId="{72667188-1976-47E0-92D3-C2E2DEC6735F}" srcOrd="4" destOrd="0" presId="urn:microsoft.com/office/officeart/2008/layout/CircularPictureCallout"/>
    <dgm:cxn modelId="{5AD2A841-8CDE-42C7-810C-9A3AF8F01754}" type="presParOf" srcId="{72667188-1976-47E0-92D3-C2E2DEC6735F}" destId="{81BC1D49-FC65-4774-B316-807D4FD2B0DE}" srcOrd="0" destOrd="0" presId="urn:microsoft.com/office/officeart/2008/layout/CircularPictureCallout"/>
    <dgm:cxn modelId="{BCC17DD5-4A6F-4236-8EF6-0F643AFBD778}" type="presParOf" srcId="{45ECBE7A-1706-4A08-B879-2CCF97771C93}" destId="{026FA3A3-E8DF-47DE-82A1-761594B918BF}" srcOrd="5" destOrd="0" presId="urn:microsoft.com/office/officeart/2008/layout/CircularPictureCallout"/>
    <dgm:cxn modelId="{B04491F3-DCC1-42FB-A4D7-6DE1E1E333D8}" type="presParOf" srcId="{026FA3A3-E8DF-47DE-82A1-761594B918BF}" destId="{EE97880E-567C-4134-BBD2-77EBCAD44F0F}" srcOrd="0" destOrd="0" presId="urn:microsoft.com/office/officeart/2008/layout/CircularPictureCallout"/>
    <dgm:cxn modelId="{875485C6-7D79-47D3-9365-AEA5B3571834}" type="presParOf" srcId="{45ECBE7A-1706-4A08-B879-2CCF97771C93}" destId="{073686A1-0666-48B9-AFF7-F7F12854F133}" srcOrd="6" destOrd="0" presId="urn:microsoft.com/office/officeart/2008/layout/CircularPictureCallout"/>
    <dgm:cxn modelId="{A34D84B6-BC7C-473E-9E2B-402C9CFEF25A}" type="presParOf" srcId="{45ECBE7A-1706-4A08-B879-2CCF97771C93}" destId="{B4363720-7E2F-435F-B50A-C8EFC356B215}" srcOrd="7" destOrd="0" presId="urn:microsoft.com/office/officeart/2008/layout/CircularPictureCallout"/>
    <dgm:cxn modelId="{DDC65104-7227-4564-9291-9C1C830FC391}" type="presParOf" srcId="{B4363720-7E2F-435F-B50A-C8EFC356B215}" destId="{0863009E-B2EF-4CDE-B679-2C14752F95D3}" srcOrd="0" destOrd="0" presId="urn:microsoft.com/office/officeart/2008/layout/CircularPictureCallout"/>
    <dgm:cxn modelId="{C3667F54-4642-4D25-A2B6-5B90341C018B}" type="presParOf" srcId="{45ECBE7A-1706-4A08-B879-2CCF97771C93}" destId="{B92CA1A5-F9DE-42C0-854F-7C4730548484}" srcOrd="8" destOrd="0" presId="urn:microsoft.com/office/officeart/2008/layout/CircularPictureCallout"/>
    <dgm:cxn modelId="{338C382A-7CFD-4081-983F-DBF43CBBD085}" type="presParOf" srcId="{B92CA1A5-F9DE-42C0-854F-7C4730548484}" destId="{630D4B55-2CD5-4FEA-B431-E03DDCE7B417}" srcOrd="0" destOrd="0" presId="urn:microsoft.com/office/officeart/2008/layout/CircularPictureCallout"/>
    <dgm:cxn modelId="{9DE248A8-0468-4FF2-85D4-2BFD36914976}" type="presParOf" srcId="{45ECBE7A-1706-4A08-B879-2CCF97771C93}" destId="{10437ACF-AB59-4BDB-BE6F-3A3043DF7DDE}" srcOrd="9" destOrd="0" presId="urn:microsoft.com/office/officeart/2008/layout/CircularPictureCallout"/>
    <dgm:cxn modelId="{75320811-22C8-4474-A674-1D6C7D95D96A}" type="presParOf" srcId="{45ECBE7A-1706-4A08-B879-2CCF97771C93}" destId="{F2EFFA72-41BD-447A-B5FC-258504B4D2AE}" srcOrd="10" destOrd="0" presId="urn:microsoft.com/office/officeart/2008/layout/CircularPictureCallout"/>
    <dgm:cxn modelId="{42B0161B-0F8D-4804-801B-8BE0580BD4D4}" type="presParOf" srcId="{F2EFFA72-41BD-447A-B5FC-258504B4D2AE}" destId="{5E98981D-8E38-4D75-8CFE-FC762B85630A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A898EB7-E69D-4CB5-9B7B-6E6BFDD676DA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2EF8CEF-B2FF-4A80-A469-466C03F5F2AC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pt-BR" b="1" smtClean="0">
              <a:solidFill>
                <a:schemeClr val="bg2">
                  <a:lumMod val="50000"/>
                </a:schemeClr>
              </a:solidFill>
            </a:rPr>
            <a:t>ENTRADAS</a:t>
          </a:r>
          <a:endParaRPr lang="pt-BR" b="1" dirty="0">
            <a:solidFill>
              <a:schemeClr val="bg2">
                <a:lumMod val="50000"/>
              </a:schemeClr>
            </a:solidFill>
          </a:endParaRPr>
        </a:p>
      </dgm:t>
    </dgm:pt>
    <dgm:pt modelId="{888197C1-2BCC-438F-82CA-5F28087E8ECF}" type="parTrans" cxnId="{31CD29A0-41E2-4EC1-B85B-21E1AC200F5C}">
      <dgm:prSet/>
      <dgm:spPr/>
      <dgm:t>
        <a:bodyPr/>
        <a:lstStyle/>
        <a:p>
          <a:endParaRPr lang="pt-BR"/>
        </a:p>
      </dgm:t>
    </dgm:pt>
    <dgm:pt modelId="{52EE158E-8FA8-4987-8411-829F99C945F3}" type="sibTrans" cxnId="{31CD29A0-41E2-4EC1-B85B-21E1AC200F5C}">
      <dgm:prSet/>
      <dgm:spPr/>
      <dgm:t>
        <a:bodyPr/>
        <a:lstStyle/>
        <a:p>
          <a:endParaRPr lang="pt-BR"/>
        </a:p>
      </dgm:t>
    </dgm:pt>
    <dgm:pt modelId="{B2D5881A-213D-42E9-9BEF-68348233EA28}">
      <dgm:prSet phldrT="[Texto]"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Objetivo geral da auditoria</a:t>
          </a:r>
          <a:endParaRPr lang="pt-BR" sz="1100" dirty="0">
            <a:solidFill>
              <a:srgbClr val="000000"/>
            </a:solidFill>
          </a:endParaRPr>
        </a:p>
      </dgm:t>
    </dgm:pt>
    <dgm:pt modelId="{8A7D7B97-8378-4B54-B0E0-641FEF692757}" type="parTrans" cxnId="{508EC0FC-3420-4F8E-B579-B1E37AB13E33}">
      <dgm:prSet/>
      <dgm:spPr/>
      <dgm:t>
        <a:bodyPr/>
        <a:lstStyle/>
        <a:p>
          <a:endParaRPr lang="pt-BR"/>
        </a:p>
      </dgm:t>
    </dgm:pt>
    <dgm:pt modelId="{2F7700D0-492D-4DCC-BAB2-CF6EA16162FE}" type="sibTrans" cxnId="{508EC0FC-3420-4F8E-B579-B1E37AB13E33}">
      <dgm:prSet/>
      <dgm:spPr/>
      <dgm:t>
        <a:bodyPr/>
        <a:lstStyle/>
        <a:p>
          <a:endParaRPr lang="pt-BR"/>
        </a:p>
      </dgm:t>
    </dgm:pt>
    <dgm:pt modelId="{DF877101-9BB9-4530-8100-A758DA199277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pt-BR" b="1" dirty="0" smtClean="0">
              <a:solidFill>
                <a:schemeClr val="bg2">
                  <a:lumMod val="50000"/>
                </a:schemeClr>
              </a:solidFill>
            </a:rPr>
            <a:t>ATIVIDADES</a:t>
          </a:r>
          <a:endParaRPr lang="pt-BR" b="1" dirty="0">
            <a:solidFill>
              <a:schemeClr val="bg2">
                <a:lumMod val="50000"/>
              </a:schemeClr>
            </a:solidFill>
          </a:endParaRPr>
        </a:p>
      </dgm:t>
    </dgm:pt>
    <dgm:pt modelId="{6BD45C0A-4E49-47DE-B62F-433B083A204C}" type="parTrans" cxnId="{A6484AD9-9F3A-48E5-A664-ECFA808E8F21}">
      <dgm:prSet/>
      <dgm:spPr/>
      <dgm:t>
        <a:bodyPr/>
        <a:lstStyle/>
        <a:p>
          <a:endParaRPr lang="pt-BR"/>
        </a:p>
      </dgm:t>
    </dgm:pt>
    <dgm:pt modelId="{DB679BBB-F616-4E62-9DAD-746571926FAB}" type="sibTrans" cxnId="{A6484AD9-9F3A-48E5-A664-ECFA808E8F21}">
      <dgm:prSet/>
      <dgm:spPr/>
      <dgm:t>
        <a:bodyPr/>
        <a:lstStyle/>
        <a:p>
          <a:endParaRPr lang="pt-BR"/>
        </a:p>
      </dgm:t>
    </dgm:pt>
    <dgm:pt modelId="{54D77478-AF44-4453-ACAC-9011879B30AA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Formalizar os trabalhos de auditoria</a:t>
          </a:r>
          <a:endParaRPr lang="pt-BR" sz="1100" dirty="0">
            <a:solidFill>
              <a:srgbClr val="000000"/>
            </a:solidFill>
          </a:endParaRPr>
        </a:p>
      </dgm:t>
    </dgm:pt>
    <dgm:pt modelId="{18AFDE6A-97A6-442F-AD35-902BDC534C52}" type="parTrans" cxnId="{1011137C-1916-48B0-AAE1-E2A9D1CF2315}">
      <dgm:prSet/>
      <dgm:spPr/>
      <dgm:t>
        <a:bodyPr/>
        <a:lstStyle/>
        <a:p>
          <a:endParaRPr lang="pt-BR"/>
        </a:p>
      </dgm:t>
    </dgm:pt>
    <dgm:pt modelId="{61CB03CF-A969-4D51-8564-2D1596F44707}" type="sibTrans" cxnId="{1011137C-1916-48B0-AAE1-E2A9D1CF2315}">
      <dgm:prSet/>
      <dgm:spPr/>
      <dgm:t>
        <a:bodyPr/>
        <a:lstStyle/>
        <a:p>
          <a:endParaRPr lang="pt-BR"/>
        </a:p>
      </dgm:t>
    </dgm:pt>
    <dgm:pt modelId="{188F29C3-4490-416B-A2E6-45F1B9F90397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pt-BR" b="1" dirty="0" smtClean="0">
              <a:solidFill>
                <a:schemeClr val="bg2">
                  <a:lumMod val="50000"/>
                </a:schemeClr>
              </a:solidFill>
            </a:rPr>
            <a:t>SAÍDAS</a:t>
          </a:r>
          <a:endParaRPr lang="pt-BR" b="1" dirty="0">
            <a:solidFill>
              <a:schemeClr val="bg2">
                <a:lumMod val="50000"/>
              </a:schemeClr>
            </a:solidFill>
          </a:endParaRPr>
        </a:p>
      </dgm:t>
    </dgm:pt>
    <dgm:pt modelId="{C2981D37-2AEC-4A0C-9642-99BBB5035724}" type="parTrans" cxnId="{EB4C3B74-2C7B-4498-AB76-69F6E3A74165}">
      <dgm:prSet/>
      <dgm:spPr/>
      <dgm:t>
        <a:bodyPr/>
        <a:lstStyle/>
        <a:p>
          <a:endParaRPr lang="pt-BR"/>
        </a:p>
      </dgm:t>
    </dgm:pt>
    <dgm:pt modelId="{D7DEC811-BD4C-4BB7-8A7B-2407A49CFD21}" type="sibTrans" cxnId="{EB4C3B74-2C7B-4498-AB76-69F6E3A74165}">
      <dgm:prSet/>
      <dgm:spPr/>
      <dgm:t>
        <a:bodyPr/>
        <a:lstStyle/>
        <a:p>
          <a:endParaRPr lang="pt-BR"/>
        </a:p>
      </dgm:t>
    </dgm:pt>
    <dgm:pt modelId="{A32D1246-02E1-415D-8FAA-E20A400CF3E7}">
      <dgm:prSet phldrT="[Texto]" custT="1"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Cronograma de auditoria</a:t>
          </a:r>
        </a:p>
        <a:p>
          <a:r>
            <a:rPr lang="pt-BR" sz="1100" dirty="0" smtClean="0">
              <a:solidFill>
                <a:srgbClr val="000000"/>
              </a:solidFill>
            </a:rPr>
            <a:t>Comunicação ao gestor sobre a equipe e o cronograma</a:t>
          </a:r>
          <a:endParaRPr lang="pt-BR" sz="1100" dirty="0">
            <a:solidFill>
              <a:srgbClr val="000000"/>
            </a:solidFill>
          </a:endParaRPr>
        </a:p>
      </dgm:t>
    </dgm:pt>
    <dgm:pt modelId="{3C3A279D-98F6-4B1E-A15E-35E74F2E0808}" type="parTrans" cxnId="{F125947E-C29E-4D8D-BF74-18D26228568F}">
      <dgm:prSet/>
      <dgm:spPr/>
      <dgm:t>
        <a:bodyPr/>
        <a:lstStyle/>
        <a:p>
          <a:endParaRPr lang="pt-BR"/>
        </a:p>
      </dgm:t>
    </dgm:pt>
    <dgm:pt modelId="{5B4A5EEF-A42F-48EA-B341-E171E8B1603D}" type="sibTrans" cxnId="{F125947E-C29E-4D8D-BF74-18D26228568F}">
      <dgm:prSet/>
      <dgm:spPr/>
      <dgm:t>
        <a:bodyPr/>
        <a:lstStyle/>
        <a:p>
          <a:endParaRPr lang="pt-BR"/>
        </a:p>
      </dgm:t>
    </dgm:pt>
    <dgm:pt modelId="{DF2ABB9A-134B-45B8-8D63-E61BDD734104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Informações sobre o objeto</a:t>
          </a:r>
          <a:endParaRPr lang="pt-BR" sz="1100" dirty="0">
            <a:solidFill>
              <a:srgbClr val="000000"/>
            </a:solidFill>
          </a:endParaRPr>
        </a:p>
      </dgm:t>
    </dgm:pt>
    <dgm:pt modelId="{5C753ACE-8922-4E57-A1F0-BE72FCCD6E3A}" type="parTrans" cxnId="{7DD4727C-A3BC-4B54-850C-2FAC93F93848}">
      <dgm:prSet/>
      <dgm:spPr/>
      <dgm:t>
        <a:bodyPr/>
        <a:lstStyle/>
        <a:p>
          <a:endParaRPr lang="pt-BR"/>
        </a:p>
      </dgm:t>
    </dgm:pt>
    <dgm:pt modelId="{05B952E1-814A-4429-B626-8533C309C6EF}" type="sibTrans" cxnId="{7DD4727C-A3BC-4B54-850C-2FAC93F93848}">
      <dgm:prSet/>
      <dgm:spPr/>
      <dgm:t>
        <a:bodyPr/>
        <a:lstStyle/>
        <a:p>
          <a:endParaRPr lang="pt-BR"/>
        </a:p>
      </dgm:t>
    </dgm:pt>
    <dgm:pt modelId="{8BF7C2C4-6FFC-4677-A7B4-6D430F147C25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Informações de ações de auditoria anteriores</a:t>
          </a:r>
          <a:endParaRPr lang="pt-BR" sz="1100" dirty="0">
            <a:solidFill>
              <a:srgbClr val="000000"/>
            </a:solidFill>
          </a:endParaRPr>
        </a:p>
      </dgm:t>
    </dgm:pt>
    <dgm:pt modelId="{42FEFC4F-338F-4F53-96FF-8E6067E24527}" type="parTrans" cxnId="{AA29F43B-5E47-4880-A520-5ED77C5EFD94}">
      <dgm:prSet/>
      <dgm:spPr/>
      <dgm:t>
        <a:bodyPr/>
        <a:lstStyle/>
        <a:p>
          <a:endParaRPr lang="pt-BR"/>
        </a:p>
      </dgm:t>
    </dgm:pt>
    <dgm:pt modelId="{F1D394FF-0B3B-43E2-8032-799D42EFFC89}" type="sibTrans" cxnId="{AA29F43B-5E47-4880-A520-5ED77C5EFD94}">
      <dgm:prSet/>
      <dgm:spPr/>
      <dgm:t>
        <a:bodyPr/>
        <a:lstStyle/>
        <a:p>
          <a:endParaRPr lang="pt-BR"/>
        </a:p>
      </dgm:t>
    </dgm:pt>
    <dgm:pt modelId="{3BF0F8B9-2121-4B4A-9E67-1F121CF4FBA4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Bases de dados do objeto</a:t>
          </a:r>
          <a:endParaRPr lang="pt-BR" sz="1100" dirty="0">
            <a:solidFill>
              <a:srgbClr val="000000"/>
            </a:solidFill>
          </a:endParaRPr>
        </a:p>
      </dgm:t>
    </dgm:pt>
    <dgm:pt modelId="{AAD61143-9FE7-4F19-ADF5-DBC39B3B20B3}" type="parTrans" cxnId="{14512097-51C6-4C35-8486-695A32C1A360}">
      <dgm:prSet/>
      <dgm:spPr/>
      <dgm:t>
        <a:bodyPr/>
        <a:lstStyle/>
        <a:p>
          <a:endParaRPr lang="pt-BR"/>
        </a:p>
      </dgm:t>
    </dgm:pt>
    <dgm:pt modelId="{B20361C1-2FF3-4D02-A941-9A2C8607380C}" type="sibTrans" cxnId="{14512097-51C6-4C35-8486-695A32C1A360}">
      <dgm:prSet/>
      <dgm:spPr/>
      <dgm:t>
        <a:bodyPr/>
        <a:lstStyle/>
        <a:p>
          <a:endParaRPr lang="pt-BR"/>
        </a:p>
      </dgm:t>
    </dgm:pt>
    <dgm:pt modelId="{7F5DCFB7-A134-4C4B-95FB-EBCA3851C05D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Critérios (legislação e boas práticas) de auditoria aplicáveis ao objeto</a:t>
          </a:r>
          <a:endParaRPr lang="pt-BR" sz="1100" dirty="0">
            <a:solidFill>
              <a:srgbClr val="000000"/>
            </a:solidFill>
          </a:endParaRPr>
        </a:p>
      </dgm:t>
    </dgm:pt>
    <dgm:pt modelId="{0AEC53E1-E639-4BAA-9C2D-2911F7F28885}" type="parTrans" cxnId="{27B530E5-7C30-4813-80AC-84BD692ADDD8}">
      <dgm:prSet/>
      <dgm:spPr/>
      <dgm:t>
        <a:bodyPr/>
        <a:lstStyle/>
        <a:p>
          <a:endParaRPr lang="pt-BR"/>
        </a:p>
      </dgm:t>
    </dgm:pt>
    <dgm:pt modelId="{3F7502E9-F732-432B-BBF0-2AFDDC54C92B}" type="sibTrans" cxnId="{27B530E5-7C30-4813-80AC-84BD692ADDD8}">
      <dgm:prSet/>
      <dgm:spPr/>
      <dgm:t>
        <a:bodyPr/>
        <a:lstStyle/>
        <a:p>
          <a:endParaRPr lang="pt-BR"/>
        </a:p>
      </dgm:t>
    </dgm:pt>
    <dgm:pt modelId="{D1CDF28A-88E0-48F7-9C16-F742772D23D4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Governança e gestão de processos, riscos e controles</a:t>
          </a:r>
        </a:p>
        <a:p>
          <a:r>
            <a:rPr lang="pt-BR" sz="1100" dirty="0" smtClean="0">
              <a:solidFill>
                <a:srgbClr val="000000"/>
              </a:solidFill>
            </a:rPr>
            <a:t>Especificação de trilha de auditoria/Matriz de trilha de auditoria</a:t>
          </a:r>
          <a:endParaRPr lang="pt-BR" sz="1100" dirty="0">
            <a:solidFill>
              <a:srgbClr val="000000"/>
            </a:solidFill>
          </a:endParaRPr>
        </a:p>
      </dgm:t>
    </dgm:pt>
    <dgm:pt modelId="{109491C6-6360-4475-AD53-88396A33B313}" type="parTrans" cxnId="{4AD1ABE3-0E0A-443F-8B1B-C41B9C263256}">
      <dgm:prSet/>
      <dgm:spPr/>
      <dgm:t>
        <a:bodyPr/>
        <a:lstStyle/>
        <a:p>
          <a:endParaRPr lang="pt-BR"/>
        </a:p>
      </dgm:t>
    </dgm:pt>
    <dgm:pt modelId="{5B2FDB13-457C-42F1-9B41-B8CCD8003276}" type="sibTrans" cxnId="{4AD1ABE3-0E0A-443F-8B1B-C41B9C263256}">
      <dgm:prSet/>
      <dgm:spPr/>
      <dgm:t>
        <a:bodyPr/>
        <a:lstStyle/>
        <a:p>
          <a:endParaRPr lang="pt-BR"/>
        </a:p>
      </dgm:t>
    </dgm:pt>
    <dgm:pt modelId="{4AE7030E-9138-4151-93CD-CE6DD4C923F2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Elaborar o entendimento do objeto</a:t>
          </a:r>
          <a:endParaRPr lang="pt-BR" sz="1100" dirty="0">
            <a:solidFill>
              <a:srgbClr val="000000"/>
            </a:solidFill>
          </a:endParaRPr>
        </a:p>
      </dgm:t>
    </dgm:pt>
    <dgm:pt modelId="{D2DA7176-73A8-4B30-A9D0-84EE6E662E7E}" type="parTrans" cxnId="{8E3E6026-5308-4E02-B4B5-B5A21C6DC26C}">
      <dgm:prSet/>
      <dgm:spPr/>
      <dgm:t>
        <a:bodyPr/>
        <a:lstStyle/>
        <a:p>
          <a:endParaRPr lang="pt-BR"/>
        </a:p>
      </dgm:t>
    </dgm:pt>
    <dgm:pt modelId="{1A35E93F-96FF-4C16-A6BE-3B7989027A80}" type="sibTrans" cxnId="{8E3E6026-5308-4E02-B4B5-B5A21C6DC26C}">
      <dgm:prSet/>
      <dgm:spPr/>
      <dgm:t>
        <a:bodyPr/>
        <a:lstStyle/>
        <a:p>
          <a:endParaRPr lang="pt-BR"/>
        </a:p>
      </dgm:t>
    </dgm:pt>
    <dgm:pt modelId="{BF13F868-A9BB-4553-8006-8954186822DE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Identificar </a:t>
          </a:r>
          <a:r>
            <a:rPr lang="pt-BR" sz="1100" dirty="0" smtClean="0">
              <a:solidFill>
                <a:srgbClr val="000000"/>
              </a:solidFill>
            </a:rPr>
            <a:t>e avaliar os </a:t>
          </a:r>
          <a:r>
            <a:rPr lang="pt-BR" sz="1100" dirty="0" smtClean="0">
              <a:solidFill>
                <a:srgbClr val="000000"/>
              </a:solidFill>
            </a:rPr>
            <a:t>riscos </a:t>
          </a:r>
          <a:r>
            <a:rPr lang="pt-BR" sz="1100" dirty="0" smtClean="0">
              <a:solidFill>
                <a:srgbClr val="000000"/>
              </a:solidFill>
            </a:rPr>
            <a:t>relevantes</a:t>
          </a:r>
        </a:p>
        <a:p>
          <a:r>
            <a:rPr lang="pt-BR" sz="1100" dirty="0" smtClean="0">
              <a:solidFill>
                <a:srgbClr val="000000"/>
              </a:solidFill>
            </a:rPr>
            <a:t>Identificar os riscos significativos</a:t>
          </a:r>
          <a:endParaRPr lang="pt-BR" sz="1100" dirty="0">
            <a:solidFill>
              <a:srgbClr val="000000"/>
            </a:solidFill>
          </a:endParaRPr>
        </a:p>
      </dgm:t>
    </dgm:pt>
    <dgm:pt modelId="{6B2016E4-08BB-417E-9161-A20A66153332}" type="parTrans" cxnId="{EAFABFE5-B377-4B58-AC65-25BF6C5BC8E0}">
      <dgm:prSet/>
      <dgm:spPr/>
      <dgm:t>
        <a:bodyPr/>
        <a:lstStyle/>
        <a:p>
          <a:endParaRPr lang="pt-BR"/>
        </a:p>
      </dgm:t>
    </dgm:pt>
    <dgm:pt modelId="{66C3C416-63C8-4C41-9F96-FDF68B0DA96F}" type="sibTrans" cxnId="{EAFABFE5-B377-4B58-AC65-25BF6C5BC8E0}">
      <dgm:prSet/>
      <dgm:spPr/>
      <dgm:t>
        <a:bodyPr/>
        <a:lstStyle/>
        <a:p>
          <a:endParaRPr lang="pt-BR"/>
        </a:p>
      </dgm:t>
    </dgm:pt>
    <dgm:pt modelId="{83820927-C874-47E3-9503-6950125D4B55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Identificar e avaliar </a:t>
          </a:r>
          <a:r>
            <a:rPr lang="pt-BR" sz="1100" dirty="0" smtClean="0">
              <a:solidFill>
                <a:srgbClr val="000000"/>
              </a:solidFill>
            </a:rPr>
            <a:t>as atividades de controle interno </a:t>
          </a:r>
          <a:r>
            <a:rPr lang="pt-BR" sz="1100" dirty="0" smtClean="0">
              <a:solidFill>
                <a:srgbClr val="000000"/>
              </a:solidFill>
            </a:rPr>
            <a:t>da </a:t>
          </a:r>
          <a:r>
            <a:rPr lang="pt-BR" sz="1100" dirty="0" smtClean="0">
              <a:solidFill>
                <a:srgbClr val="000000"/>
              </a:solidFill>
            </a:rPr>
            <a:t>gestão</a:t>
          </a:r>
        </a:p>
        <a:p>
          <a:r>
            <a:rPr lang="pt-BR" sz="1100" dirty="0" smtClean="0">
              <a:solidFill>
                <a:srgbClr val="000000"/>
              </a:solidFill>
            </a:rPr>
            <a:t>Definir testes e procedimentos de auditoria</a:t>
          </a:r>
        </a:p>
        <a:p>
          <a:r>
            <a:rPr lang="pt-BR" sz="1100" dirty="0" smtClean="0">
              <a:solidFill>
                <a:srgbClr val="000000"/>
              </a:solidFill>
            </a:rPr>
            <a:t>Elaborar trilha de auditoria</a:t>
          </a:r>
          <a:endParaRPr lang="pt-BR" sz="1100" dirty="0" smtClean="0">
            <a:solidFill>
              <a:srgbClr val="000000"/>
            </a:solidFill>
          </a:endParaRPr>
        </a:p>
      </dgm:t>
    </dgm:pt>
    <dgm:pt modelId="{6FCB687C-D66D-4E84-ACAA-82B2FE6368B6}" type="parTrans" cxnId="{99873FBF-7B9F-4ADB-9175-722C657D3B45}">
      <dgm:prSet/>
      <dgm:spPr/>
      <dgm:t>
        <a:bodyPr/>
        <a:lstStyle/>
        <a:p>
          <a:endParaRPr lang="pt-BR"/>
        </a:p>
      </dgm:t>
    </dgm:pt>
    <dgm:pt modelId="{DCC66D05-C282-4F4B-AE15-6631AC740D37}" type="sibTrans" cxnId="{99873FBF-7B9F-4ADB-9175-722C657D3B45}">
      <dgm:prSet/>
      <dgm:spPr/>
      <dgm:t>
        <a:bodyPr/>
        <a:lstStyle/>
        <a:p>
          <a:endParaRPr lang="pt-BR"/>
        </a:p>
      </dgm:t>
    </dgm:pt>
    <dgm:pt modelId="{D812D1DB-2EE6-47ED-9FC9-E3260CE1427B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Entendimento do objeto</a:t>
          </a:r>
        </a:p>
      </dgm:t>
    </dgm:pt>
    <dgm:pt modelId="{77B6EE70-3735-4898-AE6E-42EA3AB8D4CC}" type="parTrans" cxnId="{5C22AC10-D563-4B63-BEFF-F5387E32B70E}">
      <dgm:prSet/>
      <dgm:spPr/>
      <dgm:t>
        <a:bodyPr/>
        <a:lstStyle/>
        <a:p>
          <a:endParaRPr lang="pt-BR"/>
        </a:p>
      </dgm:t>
    </dgm:pt>
    <dgm:pt modelId="{58D18CBB-7FAC-4D52-93D8-EB996BBA10D8}" type="sibTrans" cxnId="{5C22AC10-D563-4B63-BEFF-F5387E32B70E}">
      <dgm:prSet/>
      <dgm:spPr/>
      <dgm:t>
        <a:bodyPr/>
        <a:lstStyle/>
        <a:p>
          <a:endParaRPr lang="pt-BR"/>
        </a:p>
      </dgm:t>
    </dgm:pt>
    <dgm:pt modelId="{9E044115-F605-48CA-9911-831400E54593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Riscos </a:t>
          </a:r>
          <a:r>
            <a:rPr lang="pt-BR" sz="1100" dirty="0" smtClean="0">
              <a:solidFill>
                <a:srgbClr val="000000"/>
              </a:solidFill>
            </a:rPr>
            <a:t>significativos </a:t>
          </a:r>
          <a:r>
            <a:rPr lang="pt-BR" sz="1100" dirty="0" smtClean="0">
              <a:solidFill>
                <a:srgbClr val="000000"/>
              </a:solidFill>
            </a:rPr>
            <a:t>e </a:t>
          </a:r>
          <a:r>
            <a:rPr lang="pt-BR" sz="1100" dirty="0" smtClean="0">
              <a:solidFill>
                <a:srgbClr val="000000"/>
              </a:solidFill>
            </a:rPr>
            <a:t>controles-chaves avaliados</a:t>
          </a:r>
          <a:endParaRPr lang="pt-BR" sz="1100" dirty="0" smtClean="0">
            <a:solidFill>
              <a:srgbClr val="000000"/>
            </a:solidFill>
          </a:endParaRPr>
        </a:p>
        <a:p>
          <a:r>
            <a:rPr lang="pt-BR" sz="1100" dirty="0" smtClean="0">
              <a:solidFill>
                <a:srgbClr val="000000"/>
              </a:solidFill>
            </a:rPr>
            <a:t>Objetivos específicos (questões </a:t>
          </a:r>
          <a:r>
            <a:rPr lang="pt-BR" sz="1100" dirty="0" smtClean="0">
              <a:solidFill>
                <a:srgbClr val="000000"/>
              </a:solidFill>
            </a:rPr>
            <a:t>de </a:t>
          </a:r>
          <a:r>
            <a:rPr lang="pt-BR" sz="1100" dirty="0" smtClean="0">
              <a:solidFill>
                <a:srgbClr val="000000"/>
              </a:solidFill>
            </a:rPr>
            <a:t>auditoria)</a:t>
          </a:r>
          <a:endParaRPr lang="pt-BR" sz="1100" dirty="0" smtClean="0">
            <a:solidFill>
              <a:srgbClr val="000000"/>
            </a:solidFill>
          </a:endParaRPr>
        </a:p>
      </dgm:t>
    </dgm:pt>
    <dgm:pt modelId="{37D2AB4C-BF67-4BDC-B5D5-910FC4DEF533}" type="parTrans" cxnId="{088A81A9-109D-43B7-B6DD-CE8F0636D524}">
      <dgm:prSet/>
      <dgm:spPr/>
      <dgm:t>
        <a:bodyPr/>
        <a:lstStyle/>
        <a:p>
          <a:endParaRPr lang="pt-BR"/>
        </a:p>
      </dgm:t>
    </dgm:pt>
    <dgm:pt modelId="{5107E819-4F9D-4E25-80CB-52FE6036EF4F}" type="sibTrans" cxnId="{088A81A9-109D-43B7-B6DD-CE8F0636D524}">
      <dgm:prSet/>
      <dgm:spPr/>
      <dgm:t>
        <a:bodyPr/>
        <a:lstStyle/>
        <a:p>
          <a:endParaRPr lang="pt-BR"/>
        </a:p>
      </dgm:t>
    </dgm:pt>
    <dgm:pt modelId="{0106147C-94F0-40CD-81C9-0694D6B1DA32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Programação da auditoria (testes substantivos e de efetividade operacional dos controles)</a:t>
          </a:r>
        </a:p>
      </dgm:t>
    </dgm:pt>
    <dgm:pt modelId="{21A545D6-D3C5-4A20-90DF-6950A1CCF311}" type="parTrans" cxnId="{B356F948-2FA8-4BE4-8EA8-B086288DDCE9}">
      <dgm:prSet/>
      <dgm:spPr/>
      <dgm:t>
        <a:bodyPr/>
        <a:lstStyle/>
        <a:p>
          <a:endParaRPr lang="pt-BR"/>
        </a:p>
      </dgm:t>
    </dgm:pt>
    <dgm:pt modelId="{1A7925F4-A88D-4EEB-BF36-2E1A981F520D}" type="sibTrans" cxnId="{B356F948-2FA8-4BE4-8EA8-B086288DDCE9}">
      <dgm:prSet/>
      <dgm:spPr/>
      <dgm:t>
        <a:bodyPr/>
        <a:lstStyle/>
        <a:p>
          <a:endParaRPr lang="pt-BR"/>
        </a:p>
      </dgm:t>
    </dgm:pt>
    <dgm:pt modelId="{103B0E8B-6352-4AD1-86FA-1E8FB6FBFCEF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Trilha de auditoria</a:t>
          </a:r>
        </a:p>
      </dgm:t>
    </dgm:pt>
    <dgm:pt modelId="{A84B372C-A2FB-45A2-B1AD-D2EA54D31A77}" type="parTrans" cxnId="{19ED4581-F15B-4851-BF36-4ABDB1665106}">
      <dgm:prSet/>
      <dgm:spPr/>
      <dgm:t>
        <a:bodyPr/>
        <a:lstStyle/>
        <a:p>
          <a:endParaRPr lang="pt-BR"/>
        </a:p>
      </dgm:t>
    </dgm:pt>
    <dgm:pt modelId="{C3AC88F9-4CEF-49F2-82B1-7D4B0BEA6A5D}" type="sibTrans" cxnId="{19ED4581-F15B-4851-BF36-4ABDB1665106}">
      <dgm:prSet/>
      <dgm:spPr/>
      <dgm:t>
        <a:bodyPr/>
        <a:lstStyle/>
        <a:p>
          <a:endParaRPr lang="pt-BR"/>
        </a:p>
      </dgm:t>
    </dgm:pt>
    <dgm:pt modelId="{C03C862A-0CD0-4332-87B6-564116F6614A}" type="pres">
      <dgm:prSet presAssocID="{5A898EB7-E69D-4CB5-9B7B-6E6BFDD676D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73AA7FF1-865E-474B-94B7-EAAF69BC51E6}" type="pres">
      <dgm:prSet presAssocID="{32EF8CEF-B2FF-4A80-A469-466C03F5F2AC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9736062-E025-414A-8B6C-FD69B28F8792}" type="pres">
      <dgm:prSet presAssocID="{32EF8CEF-B2FF-4A80-A469-466C03F5F2AC}" presName="bgRect" presStyleLbl="node1" presStyleIdx="0" presStyleCnt="3" custLinFactNeighborX="921" custLinFactNeighborY="458"/>
      <dgm:spPr/>
      <dgm:t>
        <a:bodyPr/>
        <a:lstStyle/>
        <a:p>
          <a:endParaRPr lang="pt-BR"/>
        </a:p>
      </dgm:t>
    </dgm:pt>
    <dgm:pt modelId="{BB6BFDC8-2448-4245-9FAF-15E44D362999}" type="pres">
      <dgm:prSet presAssocID="{32EF8CEF-B2FF-4A80-A469-466C03F5F2AC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C142579-A225-4225-979A-FAA605D4E8E4}" type="pres">
      <dgm:prSet presAssocID="{32EF8CEF-B2FF-4A80-A469-466C03F5F2AC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11FF017-C538-4E0F-BCD6-87DA56C709CB}" type="pres">
      <dgm:prSet presAssocID="{52EE158E-8FA8-4987-8411-829F99C945F3}" presName="hSp" presStyleCnt="0"/>
      <dgm:spPr/>
      <dgm:t>
        <a:bodyPr/>
        <a:lstStyle/>
        <a:p>
          <a:endParaRPr lang="pt-BR"/>
        </a:p>
      </dgm:t>
    </dgm:pt>
    <dgm:pt modelId="{70211659-FEB0-42AE-B8AF-F43AB49C2F10}" type="pres">
      <dgm:prSet presAssocID="{52EE158E-8FA8-4987-8411-829F99C945F3}" presName="vProcSp" presStyleCnt="0"/>
      <dgm:spPr/>
      <dgm:t>
        <a:bodyPr/>
        <a:lstStyle/>
        <a:p>
          <a:endParaRPr lang="pt-BR"/>
        </a:p>
      </dgm:t>
    </dgm:pt>
    <dgm:pt modelId="{488DB08A-6F6F-4DEF-9D0C-996494375A27}" type="pres">
      <dgm:prSet presAssocID="{52EE158E-8FA8-4987-8411-829F99C945F3}" presName="vSp1" presStyleCnt="0"/>
      <dgm:spPr/>
      <dgm:t>
        <a:bodyPr/>
        <a:lstStyle/>
        <a:p>
          <a:endParaRPr lang="pt-BR"/>
        </a:p>
      </dgm:t>
    </dgm:pt>
    <dgm:pt modelId="{F5F8C0F9-D481-42B4-8A7E-46F495C561E7}" type="pres">
      <dgm:prSet presAssocID="{52EE158E-8FA8-4987-8411-829F99C945F3}" presName="simulatedConn" presStyleLbl="solidFgAcc1" presStyleIdx="0" presStyleCnt="2"/>
      <dgm:spPr>
        <a:ln>
          <a:solidFill>
            <a:schemeClr val="bg1">
              <a:lumMod val="10000"/>
            </a:schemeClr>
          </a:solidFill>
        </a:ln>
      </dgm:spPr>
      <dgm:t>
        <a:bodyPr/>
        <a:lstStyle/>
        <a:p>
          <a:endParaRPr lang="pt-BR"/>
        </a:p>
      </dgm:t>
    </dgm:pt>
    <dgm:pt modelId="{7E26BA97-2F53-4CB4-B03C-D913380FBEF4}" type="pres">
      <dgm:prSet presAssocID="{52EE158E-8FA8-4987-8411-829F99C945F3}" presName="vSp2" presStyleCnt="0"/>
      <dgm:spPr/>
      <dgm:t>
        <a:bodyPr/>
        <a:lstStyle/>
        <a:p>
          <a:endParaRPr lang="pt-BR"/>
        </a:p>
      </dgm:t>
    </dgm:pt>
    <dgm:pt modelId="{96E56033-18D3-4EBF-8061-1CAFCAF5E0B0}" type="pres">
      <dgm:prSet presAssocID="{52EE158E-8FA8-4987-8411-829F99C945F3}" presName="sibTrans" presStyleCnt="0"/>
      <dgm:spPr/>
      <dgm:t>
        <a:bodyPr/>
        <a:lstStyle/>
        <a:p>
          <a:endParaRPr lang="pt-BR"/>
        </a:p>
      </dgm:t>
    </dgm:pt>
    <dgm:pt modelId="{25F642E6-BC0F-4773-B4E0-C17D860CF787}" type="pres">
      <dgm:prSet presAssocID="{DF877101-9BB9-4530-8100-A758DA199277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90E00F7-8100-41AB-AFDA-0485ADDE88D0}" type="pres">
      <dgm:prSet presAssocID="{DF877101-9BB9-4530-8100-A758DA199277}" presName="bgRect" presStyleLbl="node1" presStyleIdx="1" presStyleCnt="3"/>
      <dgm:spPr/>
      <dgm:t>
        <a:bodyPr/>
        <a:lstStyle/>
        <a:p>
          <a:endParaRPr lang="pt-BR"/>
        </a:p>
      </dgm:t>
    </dgm:pt>
    <dgm:pt modelId="{64D5A8B0-C782-499F-8639-90AD60FE028D}" type="pres">
      <dgm:prSet presAssocID="{DF877101-9BB9-4530-8100-A758DA199277}" presName="parentNode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57C8837-323E-44B0-83F4-11065CF236AB}" type="pres">
      <dgm:prSet presAssocID="{DF877101-9BB9-4530-8100-A758DA199277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EB0C4B6-850A-4EA2-903C-AD83CC584661}" type="pres">
      <dgm:prSet presAssocID="{DB679BBB-F616-4E62-9DAD-746571926FAB}" presName="hSp" presStyleCnt="0"/>
      <dgm:spPr/>
      <dgm:t>
        <a:bodyPr/>
        <a:lstStyle/>
        <a:p>
          <a:endParaRPr lang="pt-BR"/>
        </a:p>
      </dgm:t>
    </dgm:pt>
    <dgm:pt modelId="{AB0D4643-3BE2-43F9-8E25-A8A539F558F2}" type="pres">
      <dgm:prSet presAssocID="{DB679BBB-F616-4E62-9DAD-746571926FAB}" presName="vProcSp" presStyleCnt="0"/>
      <dgm:spPr/>
      <dgm:t>
        <a:bodyPr/>
        <a:lstStyle/>
        <a:p>
          <a:endParaRPr lang="pt-BR"/>
        </a:p>
      </dgm:t>
    </dgm:pt>
    <dgm:pt modelId="{871AFA06-9D79-46FA-947A-A5E6E690A14E}" type="pres">
      <dgm:prSet presAssocID="{DB679BBB-F616-4E62-9DAD-746571926FAB}" presName="vSp1" presStyleCnt="0"/>
      <dgm:spPr/>
      <dgm:t>
        <a:bodyPr/>
        <a:lstStyle/>
        <a:p>
          <a:endParaRPr lang="pt-BR"/>
        </a:p>
      </dgm:t>
    </dgm:pt>
    <dgm:pt modelId="{617FC347-28C8-489E-8F83-6B91DB4BC825}" type="pres">
      <dgm:prSet presAssocID="{DB679BBB-F616-4E62-9DAD-746571926FAB}" presName="simulatedConn" presStyleLbl="solidFgAcc1" presStyleIdx="1" presStyleCnt="2"/>
      <dgm:spPr>
        <a:ln>
          <a:solidFill>
            <a:schemeClr val="bg1">
              <a:lumMod val="10000"/>
            </a:schemeClr>
          </a:solidFill>
        </a:ln>
      </dgm:spPr>
      <dgm:t>
        <a:bodyPr/>
        <a:lstStyle/>
        <a:p>
          <a:endParaRPr lang="pt-BR"/>
        </a:p>
      </dgm:t>
    </dgm:pt>
    <dgm:pt modelId="{8F70D381-ECFB-4994-9882-0330CC964BEE}" type="pres">
      <dgm:prSet presAssocID="{DB679BBB-F616-4E62-9DAD-746571926FAB}" presName="vSp2" presStyleCnt="0"/>
      <dgm:spPr/>
      <dgm:t>
        <a:bodyPr/>
        <a:lstStyle/>
        <a:p>
          <a:endParaRPr lang="pt-BR"/>
        </a:p>
      </dgm:t>
    </dgm:pt>
    <dgm:pt modelId="{33AA9A55-4D5B-4CDF-9421-9E94A83C0CB9}" type="pres">
      <dgm:prSet presAssocID="{DB679BBB-F616-4E62-9DAD-746571926FAB}" presName="sibTrans" presStyleCnt="0"/>
      <dgm:spPr/>
      <dgm:t>
        <a:bodyPr/>
        <a:lstStyle/>
        <a:p>
          <a:endParaRPr lang="pt-BR"/>
        </a:p>
      </dgm:t>
    </dgm:pt>
    <dgm:pt modelId="{CEFFDDC5-F3FD-4BEC-9772-A16F3691DF06}" type="pres">
      <dgm:prSet presAssocID="{188F29C3-4490-416B-A2E6-45F1B9F90397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AD4BC32-D0CA-49B6-9C46-27A5F0F8F43E}" type="pres">
      <dgm:prSet presAssocID="{188F29C3-4490-416B-A2E6-45F1B9F90397}" presName="bgRect" presStyleLbl="node1" presStyleIdx="2" presStyleCnt="3"/>
      <dgm:spPr/>
      <dgm:t>
        <a:bodyPr/>
        <a:lstStyle/>
        <a:p>
          <a:endParaRPr lang="pt-BR"/>
        </a:p>
      </dgm:t>
    </dgm:pt>
    <dgm:pt modelId="{B8664A91-3597-4E86-9C40-B537C9F3D1ED}" type="pres">
      <dgm:prSet presAssocID="{188F29C3-4490-416B-A2E6-45F1B9F90397}" presName="parentNode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3238E6-023B-43DB-B3C6-3A88C753A43C}" type="pres">
      <dgm:prSet presAssocID="{188F29C3-4490-416B-A2E6-45F1B9F90397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4AD1ABE3-0E0A-443F-8B1B-C41B9C263256}" srcId="{32EF8CEF-B2FF-4A80-A469-466C03F5F2AC}" destId="{D1CDF28A-88E0-48F7-9C16-F742772D23D4}" srcOrd="5" destOrd="0" parTransId="{109491C6-6360-4475-AD53-88396A33B313}" sibTransId="{5B2FDB13-457C-42F1-9B41-B8CCD8003276}"/>
    <dgm:cxn modelId="{1011137C-1916-48B0-AAE1-E2A9D1CF2315}" srcId="{DF877101-9BB9-4530-8100-A758DA199277}" destId="{54D77478-AF44-4453-ACAC-9011879B30AA}" srcOrd="0" destOrd="0" parTransId="{18AFDE6A-97A6-442F-AD35-902BDC534C52}" sibTransId="{61CB03CF-A969-4D51-8564-2D1596F44707}"/>
    <dgm:cxn modelId="{6C7220BA-3904-4BBD-9FAC-08B7A9F5F674}" type="presOf" srcId="{DF2ABB9A-134B-45B8-8D63-E61BDD734104}" destId="{6C142579-A225-4225-979A-FAA605D4E8E4}" srcOrd="0" destOrd="1" presId="urn:microsoft.com/office/officeart/2005/8/layout/hProcess7"/>
    <dgm:cxn modelId="{19ED4581-F15B-4851-BF36-4ABDB1665106}" srcId="{188F29C3-4490-416B-A2E6-45F1B9F90397}" destId="{103B0E8B-6352-4AD1-86FA-1E8FB6FBFCEF}" srcOrd="4" destOrd="0" parTransId="{A84B372C-A2FB-45A2-B1AD-D2EA54D31A77}" sibTransId="{C3AC88F9-4CEF-49F2-82B1-7D4B0BEA6A5D}"/>
    <dgm:cxn modelId="{F305BEA3-0851-4659-970A-291C8DC91EDC}" type="presOf" srcId="{103B0E8B-6352-4AD1-86FA-1E8FB6FBFCEF}" destId="{AB3238E6-023B-43DB-B3C6-3A88C753A43C}" srcOrd="0" destOrd="4" presId="urn:microsoft.com/office/officeart/2005/8/layout/hProcess7"/>
    <dgm:cxn modelId="{8F471452-79F0-416C-AB81-1F330DEBC78A}" type="presOf" srcId="{D1CDF28A-88E0-48F7-9C16-F742772D23D4}" destId="{6C142579-A225-4225-979A-FAA605D4E8E4}" srcOrd="0" destOrd="5" presId="urn:microsoft.com/office/officeart/2005/8/layout/hProcess7"/>
    <dgm:cxn modelId="{80D27DD3-4080-4F78-98F9-C670EA76E755}" type="presOf" srcId="{BF13F868-A9BB-4553-8006-8954186822DE}" destId="{157C8837-323E-44B0-83F4-11065CF236AB}" srcOrd="0" destOrd="2" presId="urn:microsoft.com/office/officeart/2005/8/layout/hProcess7"/>
    <dgm:cxn modelId="{50641EF0-8434-4DA6-933D-D10BAAAEED05}" type="presOf" srcId="{83820927-C874-47E3-9503-6950125D4B55}" destId="{157C8837-323E-44B0-83F4-11065CF236AB}" srcOrd="0" destOrd="3" presId="urn:microsoft.com/office/officeart/2005/8/layout/hProcess7"/>
    <dgm:cxn modelId="{927E2551-20F8-405B-9E35-06DEE49A56B3}" type="presOf" srcId="{B2D5881A-213D-42E9-9BEF-68348233EA28}" destId="{6C142579-A225-4225-979A-FAA605D4E8E4}" srcOrd="0" destOrd="0" presId="urn:microsoft.com/office/officeart/2005/8/layout/hProcess7"/>
    <dgm:cxn modelId="{508EC0FC-3420-4F8E-B579-B1E37AB13E33}" srcId="{32EF8CEF-B2FF-4A80-A469-466C03F5F2AC}" destId="{B2D5881A-213D-42E9-9BEF-68348233EA28}" srcOrd="0" destOrd="0" parTransId="{8A7D7B97-8378-4B54-B0E0-641FEF692757}" sibTransId="{2F7700D0-492D-4DCC-BAB2-CF6EA16162FE}"/>
    <dgm:cxn modelId="{AA29F43B-5E47-4880-A520-5ED77C5EFD94}" srcId="{32EF8CEF-B2FF-4A80-A469-466C03F5F2AC}" destId="{8BF7C2C4-6FFC-4677-A7B4-6D430F147C25}" srcOrd="4" destOrd="0" parTransId="{42FEFC4F-338F-4F53-96FF-8E6067E24527}" sibTransId="{F1D394FF-0B3B-43E2-8032-799D42EFFC89}"/>
    <dgm:cxn modelId="{966F2DC3-CEA8-4EBE-8D6B-7775929BFC33}" type="presOf" srcId="{32EF8CEF-B2FF-4A80-A469-466C03F5F2AC}" destId="{59736062-E025-414A-8B6C-FD69B28F8792}" srcOrd="0" destOrd="0" presId="urn:microsoft.com/office/officeart/2005/8/layout/hProcess7"/>
    <dgm:cxn modelId="{80582E96-B7D0-491A-A4A8-454CBBAA9AE9}" type="presOf" srcId="{DF877101-9BB9-4530-8100-A758DA199277}" destId="{890E00F7-8100-41AB-AFDA-0485ADDE88D0}" srcOrd="0" destOrd="0" presId="urn:microsoft.com/office/officeart/2005/8/layout/hProcess7"/>
    <dgm:cxn modelId="{0D580117-56FF-4625-8D94-1BAED58791C8}" type="presOf" srcId="{A32D1246-02E1-415D-8FAA-E20A400CF3E7}" destId="{AB3238E6-023B-43DB-B3C6-3A88C753A43C}" srcOrd="0" destOrd="0" presId="urn:microsoft.com/office/officeart/2005/8/layout/hProcess7"/>
    <dgm:cxn modelId="{14512097-51C6-4C35-8486-695A32C1A360}" srcId="{32EF8CEF-B2FF-4A80-A469-466C03F5F2AC}" destId="{3BF0F8B9-2121-4B4A-9E67-1F121CF4FBA4}" srcOrd="2" destOrd="0" parTransId="{AAD61143-9FE7-4F19-ADF5-DBC39B3B20B3}" sibTransId="{B20361C1-2FF3-4D02-A941-9A2C8607380C}"/>
    <dgm:cxn modelId="{8E3E6026-5308-4E02-B4B5-B5A21C6DC26C}" srcId="{DF877101-9BB9-4530-8100-A758DA199277}" destId="{4AE7030E-9138-4151-93CD-CE6DD4C923F2}" srcOrd="1" destOrd="0" parTransId="{D2DA7176-73A8-4B30-A9D0-84EE6E662E7E}" sibTransId="{1A35E93F-96FF-4C16-A6BE-3B7989027A80}"/>
    <dgm:cxn modelId="{6D568976-EB51-480E-8900-06ABFC3BD8F9}" type="presOf" srcId="{188F29C3-4490-416B-A2E6-45F1B9F90397}" destId="{B8664A91-3597-4E86-9C40-B537C9F3D1ED}" srcOrd="1" destOrd="0" presId="urn:microsoft.com/office/officeart/2005/8/layout/hProcess7"/>
    <dgm:cxn modelId="{0D55E948-2C55-4E8E-9FB7-15018517FBC5}" type="presOf" srcId="{D812D1DB-2EE6-47ED-9FC9-E3260CE1427B}" destId="{AB3238E6-023B-43DB-B3C6-3A88C753A43C}" srcOrd="0" destOrd="1" presId="urn:microsoft.com/office/officeart/2005/8/layout/hProcess7"/>
    <dgm:cxn modelId="{2DFAFD3E-D78A-4DB1-B82C-EED6223380BD}" type="presOf" srcId="{188F29C3-4490-416B-A2E6-45F1B9F90397}" destId="{8AD4BC32-D0CA-49B6-9C46-27A5F0F8F43E}" srcOrd="0" destOrd="0" presId="urn:microsoft.com/office/officeart/2005/8/layout/hProcess7"/>
    <dgm:cxn modelId="{1132FEBC-316C-49A0-A0FE-FE13678AE1BF}" type="presOf" srcId="{8BF7C2C4-6FFC-4677-A7B4-6D430F147C25}" destId="{6C142579-A225-4225-979A-FAA605D4E8E4}" srcOrd="0" destOrd="4" presId="urn:microsoft.com/office/officeart/2005/8/layout/hProcess7"/>
    <dgm:cxn modelId="{7B2DAE33-D998-4C6C-BDC4-16FCB1CCEB59}" type="presOf" srcId="{DF877101-9BB9-4530-8100-A758DA199277}" destId="{64D5A8B0-C782-499F-8639-90AD60FE028D}" srcOrd="1" destOrd="0" presId="urn:microsoft.com/office/officeart/2005/8/layout/hProcess7"/>
    <dgm:cxn modelId="{A6484AD9-9F3A-48E5-A664-ECFA808E8F21}" srcId="{5A898EB7-E69D-4CB5-9B7B-6E6BFDD676DA}" destId="{DF877101-9BB9-4530-8100-A758DA199277}" srcOrd="1" destOrd="0" parTransId="{6BD45C0A-4E49-47DE-B62F-433B083A204C}" sibTransId="{DB679BBB-F616-4E62-9DAD-746571926FAB}"/>
    <dgm:cxn modelId="{99873FBF-7B9F-4ADB-9175-722C657D3B45}" srcId="{DF877101-9BB9-4530-8100-A758DA199277}" destId="{83820927-C874-47E3-9503-6950125D4B55}" srcOrd="3" destOrd="0" parTransId="{6FCB687C-D66D-4E84-ACAA-82B2FE6368B6}" sibTransId="{DCC66D05-C282-4F4B-AE15-6631AC740D37}"/>
    <dgm:cxn modelId="{EB4C3B74-2C7B-4498-AB76-69F6E3A74165}" srcId="{5A898EB7-E69D-4CB5-9B7B-6E6BFDD676DA}" destId="{188F29C3-4490-416B-A2E6-45F1B9F90397}" srcOrd="2" destOrd="0" parTransId="{C2981D37-2AEC-4A0C-9642-99BBB5035724}" sibTransId="{D7DEC811-BD4C-4BB7-8A7B-2407A49CFD21}"/>
    <dgm:cxn modelId="{EAFABFE5-B377-4B58-AC65-25BF6C5BC8E0}" srcId="{DF877101-9BB9-4530-8100-A758DA199277}" destId="{BF13F868-A9BB-4553-8006-8954186822DE}" srcOrd="2" destOrd="0" parTransId="{6B2016E4-08BB-417E-9161-A20A66153332}" sibTransId="{66C3C416-63C8-4C41-9F96-FDF68B0DA96F}"/>
    <dgm:cxn modelId="{B356F948-2FA8-4BE4-8EA8-B086288DDCE9}" srcId="{188F29C3-4490-416B-A2E6-45F1B9F90397}" destId="{0106147C-94F0-40CD-81C9-0694D6B1DA32}" srcOrd="3" destOrd="0" parTransId="{21A545D6-D3C5-4A20-90DF-6950A1CCF311}" sibTransId="{1A7925F4-A88D-4EEB-BF36-2E1A981F520D}"/>
    <dgm:cxn modelId="{7D95F30D-EA37-44E0-ACF7-B6773E695206}" type="presOf" srcId="{3BF0F8B9-2121-4B4A-9E67-1F121CF4FBA4}" destId="{6C142579-A225-4225-979A-FAA605D4E8E4}" srcOrd="0" destOrd="2" presId="urn:microsoft.com/office/officeart/2005/8/layout/hProcess7"/>
    <dgm:cxn modelId="{31CD29A0-41E2-4EC1-B85B-21E1AC200F5C}" srcId="{5A898EB7-E69D-4CB5-9B7B-6E6BFDD676DA}" destId="{32EF8CEF-B2FF-4A80-A469-466C03F5F2AC}" srcOrd="0" destOrd="0" parTransId="{888197C1-2BCC-438F-82CA-5F28087E8ECF}" sibTransId="{52EE158E-8FA8-4987-8411-829F99C945F3}"/>
    <dgm:cxn modelId="{27B530E5-7C30-4813-80AC-84BD692ADDD8}" srcId="{32EF8CEF-B2FF-4A80-A469-466C03F5F2AC}" destId="{7F5DCFB7-A134-4C4B-95FB-EBCA3851C05D}" srcOrd="3" destOrd="0" parTransId="{0AEC53E1-E639-4BAA-9C2D-2911F7F28885}" sibTransId="{3F7502E9-F732-432B-BBF0-2AFDDC54C92B}"/>
    <dgm:cxn modelId="{A5251CFB-4D3A-41E6-A93F-57CEFC1502E4}" type="presOf" srcId="{54D77478-AF44-4453-ACAC-9011879B30AA}" destId="{157C8837-323E-44B0-83F4-11065CF236AB}" srcOrd="0" destOrd="0" presId="urn:microsoft.com/office/officeart/2005/8/layout/hProcess7"/>
    <dgm:cxn modelId="{F125947E-C29E-4D8D-BF74-18D26228568F}" srcId="{188F29C3-4490-416B-A2E6-45F1B9F90397}" destId="{A32D1246-02E1-415D-8FAA-E20A400CF3E7}" srcOrd="0" destOrd="0" parTransId="{3C3A279D-98F6-4B1E-A15E-35E74F2E0808}" sibTransId="{5B4A5EEF-A42F-48EA-B341-E171E8B1603D}"/>
    <dgm:cxn modelId="{7DD4727C-A3BC-4B54-850C-2FAC93F93848}" srcId="{32EF8CEF-B2FF-4A80-A469-466C03F5F2AC}" destId="{DF2ABB9A-134B-45B8-8D63-E61BDD734104}" srcOrd="1" destOrd="0" parTransId="{5C753ACE-8922-4E57-A1F0-BE72FCCD6E3A}" sibTransId="{05B952E1-814A-4429-B626-8533C309C6EF}"/>
    <dgm:cxn modelId="{088A81A9-109D-43B7-B6DD-CE8F0636D524}" srcId="{188F29C3-4490-416B-A2E6-45F1B9F90397}" destId="{9E044115-F605-48CA-9911-831400E54593}" srcOrd="2" destOrd="0" parTransId="{37D2AB4C-BF67-4BDC-B5D5-910FC4DEF533}" sibTransId="{5107E819-4F9D-4E25-80CB-52FE6036EF4F}"/>
    <dgm:cxn modelId="{DC507D4C-619C-4E4C-B856-E3AE067139C9}" type="presOf" srcId="{0106147C-94F0-40CD-81C9-0694D6B1DA32}" destId="{AB3238E6-023B-43DB-B3C6-3A88C753A43C}" srcOrd="0" destOrd="3" presId="urn:microsoft.com/office/officeart/2005/8/layout/hProcess7"/>
    <dgm:cxn modelId="{B8A5DA29-FB21-4730-BAE0-775DC0CEB941}" type="presOf" srcId="{32EF8CEF-B2FF-4A80-A469-466C03F5F2AC}" destId="{BB6BFDC8-2448-4245-9FAF-15E44D362999}" srcOrd="1" destOrd="0" presId="urn:microsoft.com/office/officeart/2005/8/layout/hProcess7"/>
    <dgm:cxn modelId="{2E418A00-2E45-4EFB-AFE6-A822FD6BDF09}" type="presOf" srcId="{5A898EB7-E69D-4CB5-9B7B-6E6BFDD676DA}" destId="{C03C862A-0CD0-4332-87B6-564116F6614A}" srcOrd="0" destOrd="0" presId="urn:microsoft.com/office/officeart/2005/8/layout/hProcess7"/>
    <dgm:cxn modelId="{C495FE2F-01A2-4C10-BDA1-D1D8E4F65A8E}" type="presOf" srcId="{4AE7030E-9138-4151-93CD-CE6DD4C923F2}" destId="{157C8837-323E-44B0-83F4-11065CF236AB}" srcOrd="0" destOrd="1" presId="urn:microsoft.com/office/officeart/2005/8/layout/hProcess7"/>
    <dgm:cxn modelId="{117FABDF-A1C1-45D6-9B93-7ED9F8E5F1D9}" type="presOf" srcId="{9E044115-F605-48CA-9911-831400E54593}" destId="{AB3238E6-023B-43DB-B3C6-3A88C753A43C}" srcOrd="0" destOrd="2" presId="urn:microsoft.com/office/officeart/2005/8/layout/hProcess7"/>
    <dgm:cxn modelId="{5C22AC10-D563-4B63-BEFF-F5387E32B70E}" srcId="{188F29C3-4490-416B-A2E6-45F1B9F90397}" destId="{D812D1DB-2EE6-47ED-9FC9-E3260CE1427B}" srcOrd="1" destOrd="0" parTransId="{77B6EE70-3735-4898-AE6E-42EA3AB8D4CC}" sibTransId="{58D18CBB-7FAC-4D52-93D8-EB996BBA10D8}"/>
    <dgm:cxn modelId="{A17A043F-2926-495C-9085-D539750E6845}" type="presOf" srcId="{7F5DCFB7-A134-4C4B-95FB-EBCA3851C05D}" destId="{6C142579-A225-4225-979A-FAA605D4E8E4}" srcOrd="0" destOrd="3" presId="urn:microsoft.com/office/officeart/2005/8/layout/hProcess7"/>
    <dgm:cxn modelId="{77C9B1FB-FA6C-41E3-B62B-8071996B041E}" type="presParOf" srcId="{C03C862A-0CD0-4332-87B6-564116F6614A}" destId="{73AA7FF1-865E-474B-94B7-EAAF69BC51E6}" srcOrd="0" destOrd="0" presId="urn:microsoft.com/office/officeart/2005/8/layout/hProcess7"/>
    <dgm:cxn modelId="{8273F195-208D-449E-8927-FB13B4B2D54D}" type="presParOf" srcId="{73AA7FF1-865E-474B-94B7-EAAF69BC51E6}" destId="{59736062-E025-414A-8B6C-FD69B28F8792}" srcOrd="0" destOrd="0" presId="urn:microsoft.com/office/officeart/2005/8/layout/hProcess7"/>
    <dgm:cxn modelId="{F5978605-5A67-4C11-83E4-7888DFD8DC95}" type="presParOf" srcId="{73AA7FF1-865E-474B-94B7-EAAF69BC51E6}" destId="{BB6BFDC8-2448-4245-9FAF-15E44D362999}" srcOrd="1" destOrd="0" presId="urn:microsoft.com/office/officeart/2005/8/layout/hProcess7"/>
    <dgm:cxn modelId="{242D477C-1864-44FE-8ACF-D308382698CC}" type="presParOf" srcId="{73AA7FF1-865E-474B-94B7-EAAF69BC51E6}" destId="{6C142579-A225-4225-979A-FAA605D4E8E4}" srcOrd="2" destOrd="0" presId="urn:microsoft.com/office/officeart/2005/8/layout/hProcess7"/>
    <dgm:cxn modelId="{23E2FC9B-E156-485A-9C6D-AFAA42F9C388}" type="presParOf" srcId="{C03C862A-0CD0-4332-87B6-564116F6614A}" destId="{111FF017-C538-4E0F-BCD6-87DA56C709CB}" srcOrd="1" destOrd="0" presId="urn:microsoft.com/office/officeart/2005/8/layout/hProcess7"/>
    <dgm:cxn modelId="{DC9BEF68-5770-4023-8C34-252FCADF9C81}" type="presParOf" srcId="{C03C862A-0CD0-4332-87B6-564116F6614A}" destId="{70211659-FEB0-42AE-B8AF-F43AB49C2F10}" srcOrd="2" destOrd="0" presId="urn:microsoft.com/office/officeart/2005/8/layout/hProcess7"/>
    <dgm:cxn modelId="{478587EE-48D2-4942-BB8F-0F2CE3878FC6}" type="presParOf" srcId="{70211659-FEB0-42AE-B8AF-F43AB49C2F10}" destId="{488DB08A-6F6F-4DEF-9D0C-996494375A27}" srcOrd="0" destOrd="0" presId="urn:microsoft.com/office/officeart/2005/8/layout/hProcess7"/>
    <dgm:cxn modelId="{390F7106-6B45-4A78-BCE4-BECCB926AB6B}" type="presParOf" srcId="{70211659-FEB0-42AE-B8AF-F43AB49C2F10}" destId="{F5F8C0F9-D481-42B4-8A7E-46F495C561E7}" srcOrd="1" destOrd="0" presId="urn:microsoft.com/office/officeart/2005/8/layout/hProcess7"/>
    <dgm:cxn modelId="{540365BC-A22C-45F7-8152-B837F8D20634}" type="presParOf" srcId="{70211659-FEB0-42AE-B8AF-F43AB49C2F10}" destId="{7E26BA97-2F53-4CB4-B03C-D913380FBEF4}" srcOrd="2" destOrd="0" presId="urn:microsoft.com/office/officeart/2005/8/layout/hProcess7"/>
    <dgm:cxn modelId="{5FE1498B-0102-40A8-B7E9-EFB3988B1700}" type="presParOf" srcId="{C03C862A-0CD0-4332-87B6-564116F6614A}" destId="{96E56033-18D3-4EBF-8061-1CAFCAF5E0B0}" srcOrd="3" destOrd="0" presId="urn:microsoft.com/office/officeart/2005/8/layout/hProcess7"/>
    <dgm:cxn modelId="{D514E06C-D761-4852-B507-3337BC9DFC82}" type="presParOf" srcId="{C03C862A-0CD0-4332-87B6-564116F6614A}" destId="{25F642E6-BC0F-4773-B4E0-C17D860CF787}" srcOrd="4" destOrd="0" presId="urn:microsoft.com/office/officeart/2005/8/layout/hProcess7"/>
    <dgm:cxn modelId="{DF02B68D-0A66-48EB-ACAB-BCB28DA9EF16}" type="presParOf" srcId="{25F642E6-BC0F-4773-B4E0-C17D860CF787}" destId="{890E00F7-8100-41AB-AFDA-0485ADDE88D0}" srcOrd="0" destOrd="0" presId="urn:microsoft.com/office/officeart/2005/8/layout/hProcess7"/>
    <dgm:cxn modelId="{3265AEEE-A52F-498A-B45B-065B7AA5EE85}" type="presParOf" srcId="{25F642E6-BC0F-4773-B4E0-C17D860CF787}" destId="{64D5A8B0-C782-499F-8639-90AD60FE028D}" srcOrd="1" destOrd="0" presId="urn:microsoft.com/office/officeart/2005/8/layout/hProcess7"/>
    <dgm:cxn modelId="{B51E27AA-EA45-4034-BADC-FBBEEB9EA841}" type="presParOf" srcId="{25F642E6-BC0F-4773-B4E0-C17D860CF787}" destId="{157C8837-323E-44B0-83F4-11065CF236AB}" srcOrd="2" destOrd="0" presId="urn:microsoft.com/office/officeart/2005/8/layout/hProcess7"/>
    <dgm:cxn modelId="{BDB05120-DBC7-4AA3-98B3-981068695C83}" type="presParOf" srcId="{C03C862A-0CD0-4332-87B6-564116F6614A}" destId="{BEB0C4B6-850A-4EA2-903C-AD83CC584661}" srcOrd="5" destOrd="0" presId="urn:microsoft.com/office/officeart/2005/8/layout/hProcess7"/>
    <dgm:cxn modelId="{D6AAE5F9-6933-429E-8539-354C3B8F355F}" type="presParOf" srcId="{C03C862A-0CD0-4332-87B6-564116F6614A}" destId="{AB0D4643-3BE2-43F9-8E25-A8A539F558F2}" srcOrd="6" destOrd="0" presId="urn:microsoft.com/office/officeart/2005/8/layout/hProcess7"/>
    <dgm:cxn modelId="{496EB425-9427-48EB-95F3-7F92832AEBD0}" type="presParOf" srcId="{AB0D4643-3BE2-43F9-8E25-A8A539F558F2}" destId="{871AFA06-9D79-46FA-947A-A5E6E690A14E}" srcOrd="0" destOrd="0" presId="urn:microsoft.com/office/officeart/2005/8/layout/hProcess7"/>
    <dgm:cxn modelId="{AB50EEC5-BF9D-4B5D-B41E-7A22CB76FDE5}" type="presParOf" srcId="{AB0D4643-3BE2-43F9-8E25-A8A539F558F2}" destId="{617FC347-28C8-489E-8F83-6B91DB4BC825}" srcOrd="1" destOrd="0" presId="urn:microsoft.com/office/officeart/2005/8/layout/hProcess7"/>
    <dgm:cxn modelId="{77934B29-5239-444C-89C1-D4EE58B39BAC}" type="presParOf" srcId="{AB0D4643-3BE2-43F9-8E25-A8A539F558F2}" destId="{8F70D381-ECFB-4994-9882-0330CC964BEE}" srcOrd="2" destOrd="0" presId="urn:microsoft.com/office/officeart/2005/8/layout/hProcess7"/>
    <dgm:cxn modelId="{D6FF5CA0-7F3C-49ED-A643-8CDE98167668}" type="presParOf" srcId="{C03C862A-0CD0-4332-87B6-564116F6614A}" destId="{33AA9A55-4D5B-4CDF-9421-9E94A83C0CB9}" srcOrd="7" destOrd="0" presId="urn:microsoft.com/office/officeart/2005/8/layout/hProcess7"/>
    <dgm:cxn modelId="{6F782063-EC3A-464D-B7D4-7DD2D94CADB2}" type="presParOf" srcId="{C03C862A-0CD0-4332-87B6-564116F6614A}" destId="{CEFFDDC5-F3FD-4BEC-9772-A16F3691DF06}" srcOrd="8" destOrd="0" presId="urn:microsoft.com/office/officeart/2005/8/layout/hProcess7"/>
    <dgm:cxn modelId="{6927453D-9969-4A15-9E82-76B12B91EDED}" type="presParOf" srcId="{CEFFDDC5-F3FD-4BEC-9772-A16F3691DF06}" destId="{8AD4BC32-D0CA-49B6-9C46-27A5F0F8F43E}" srcOrd="0" destOrd="0" presId="urn:microsoft.com/office/officeart/2005/8/layout/hProcess7"/>
    <dgm:cxn modelId="{4890F0DE-85A5-44AD-8278-31835544E2BA}" type="presParOf" srcId="{CEFFDDC5-F3FD-4BEC-9772-A16F3691DF06}" destId="{B8664A91-3597-4E86-9C40-B537C9F3D1ED}" srcOrd="1" destOrd="0" presId="urn:microsoft.com/office/officeart/2005/8/layout/hProcess7"/>
    <dgm:cxn modelId="{0D59DDC0-11A6-4615-BAA7-FD1E74B69503}" type="presParOf" srcId="{CEFFDDC5-F3FD-4BEC-9772-A16F3691DF06}" destId="{AB3238E6-023B-43DB-B3C6-3A88C753A43C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27619BC-2381-400F-AF7A-737C5571F62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7B2BA7A-30DD-4462-BBB6-50DD99AB101C}">
      <dgm:prSet phldrT="[Texto]" custT="1"/>
      <dgm:spPr/>
      <dgm:t>
        <a:bodyPr/>
        <a:lstStyle/>
        <a:p>
          <a:r>
            <a:rPr lang="pt-BR" sz="3200" dirty="0" smtClean="0"/>
            <a:t>REGULADORES</a:t>
          </a:r>
          <a:endParaRPr lang="pt-BR" sz="3200" dirty="0"/>
        </a:p>
      </dgm:t>
    </dgm:pt>
    <dgm:pt modelId="{AB39ABD6-D6A9-4BF5-B31F-9491E01BE05B}" type="parTrans" cxnId="{A10E3FEF-4560-4E3F-904F-F1B95C806048}">
      <dgm:prSet/>
      <dgm:spPr/>
      <dgm:t>
        <a:bodyPr/>
        <a:lstStyle/>
        <a:p>
          <a:endParaRPr lang="pt-BR"/>
        </a:p>
      </dgm:t>
    </dgm:pt>
    <dgm:pt modelId="{8C7F7DD0-2A09-4809-BB8F-2C2250C4B3AE}" type="sibTrans" cxnId="{A10E3FEF-4560-4E3F-904F-F1B95C806048}">
      <dgm:prSet/>
      <dgm:spPr/>
      <dgm:t>
        <a:bodyPr/>
        <a:lstStyle/>
        <a:p>
          <a:endParaRPr lang="pt-BR"/>
        </a:p>
      </dgm:t>
    </dgm:pt>
    <dgm:pt modelId="{15BE210A-AD67-47BD-B907-E90DD7380BA3}">
      <dgm:prSet phldrT="[Texto]"/>
      <dgm:spPr/>
      <dgm:t>
        <a:bodyPr/>
        <a:lstStyle/>
        <a:p>
          <a:r>
            <a:rPr lang="pt-BR" dirty="0" smtClean="0"/>
            <a:t>Legislação aplicável (CF88)</a:t>
          </a:r>
          <a:endParaRPr lang="pt-BR" dirty="0"/>
        </a:p>
      </dgm:t>
    </dgm:pt>
    <dgm:pt modelId="{88E847A3-E312-4E29-AC76-733E5386B7DF}" type="parTrans" cxnId="{7012F258-A85D-4345-8CC4-28774EE2941F}">
      <dgm:prSet/>
      <dgm:spPr/>
      <dgm:t>
        <a:bodyPr/>
        <a:lstStyle/>
        <a:p>
          <a:endParaRPr lang="pt-BR"/>
        </a:p>
      </dgm:t>
    </dgm:pt>
    <dgm:pt modelId="{084A4BAE-E72F-4C14-9297-9218D5FBDE0D}" type="sibTrans" cxnId="{7012F258-A85D-4345-8CC4-28774EE2941F}">
      <dgm:prSet/>
      <dgm:spPr/>
      <dgm:t>
        <a:bodyPr/>
        <a:lstStyle/>
        <a:p>
          <a:endParaRPr lang="pt-BR"/>
        </a:p>
      </dgm:t>
    </dgm:pt>
    <dgm:pt modelId="{34CEF098-DE12-41D5-AC8C-4356A471ACDB}">
      <dgm:prSet phldrT="[Texto]" custT="1"/>
      <dgm:spPr/>
      <dgm:t>
        <a:bodyPr/>
        <a:lstStyle/>
        <a:p>
          <a:r>
            <a:rPr lang="pt-BR" sz="3200" dirty="0" smtClean="0"/>
            <a:t>RECURSOS</a:t>
          </a:r>
          <a:endParaRPr lang="pt-BR" sz="3200" dirty="0"/>
        </a:p>
      </dgm:t>
    </dgm:pt>
    <dgm:pt modelId="{31BFABB0-E139-462C-8081-CF2FBBC383A9}" type="parTrans" cxnId="{A20B1A17-B904-4C77-A07D-1F94E6B5E2D0}">
      <dgm:prSet/>
      <dgm:spPr/>
      <dgm:t>
        <a:bodyPr/>
        <a:lstStyle/>
        <a:p>
          <a:endParaRPr lang="pt-BR"/>
        </a:p>
      </dgm:t>
    </dgm:pt>
    <dgm:pt modelId="{1B844417-1C99-4F01-827D-1070BE2540CC}" type="sibTrans" cxnId="{A20B1A17-B904-4C77-A07D-1F94E6B5E2D0}">
      <dgm:prSet/>
      <dgm:spPr/>
      <dgm:t>
        <a:bodyPr/>
        <a:lstStyle/>
        <a:p>
          <a:endParaRPr lang="pt-BR"/>
        </a:p>
      </dgm:t>
    </dgm:pt>
    <dgm:pt modelId="{7961CF38-8162-4CCF-9FCE-434D824CAB57}">
      <dgm:prSet phldrT="[Texto]"/>
      <dgm:spPr/>
      <dgm:t>
        <a:bodyPr/>
        <a:lstStyle/>
        <a:p>
          <a:r>
            <a:rPr lang="pt-BR" dirty="0" smtClean="0"/>
            <a:t>Equipe de trabalho</a:t>
          </a:r>
          <a:endParaRPr lang="pt-BR" dirty="0"/>
        </a:p>
      </dgm:t>
    </dgm:pt>
    <dgm:pt modelId="{7DA4C5EF-7C22-4CDA-B88D-98DE0FAC9072}" type="parTrans" cxnId="{5461922F-BAD1-4955-8E72-9898D911CBF6}">
      <dgm:prSet/>
      <dgm:spPr/>
      <dgm:t>
        <a:bodyPr/>
        <a:lstStyle/>
        <a:p>
          <a:endParaRPr lang="pt-BR"/>
        </a:p>
      </dgm:t>
    </dgm:pt>
    <dgm:pt modelId="{C0DE7137-2F04-4135-BE88-B059BC8A0AB8}" type="sibTrans" cxnId="{5461922F-BAD1-4955-8E72-9898D911CBF6}">
      <dgm:prSet/>
      <dgm:spPr/>
      <dgm:t>
        <a:bodyPr/>
        <a:lstStyle/>
        <a:p>
          <a:endParaRPr lang="pt-BR"/>
        </a:p>
      </dgm:t>
    </dgm:pt>
    <dgm:pt modelId="{DE33F701-9F9D-41B0-94F2-35034CC80167}">
      <dgm:prSet/>
      <dgm:spPr/>
      <dgm:t>
        <a:bodyPr/>
        <a:lstStyle/>
        <a:p>
          <a:r>
            <a:rPr lang="pt-BR" dirty="0" smtClean="0"/>
            <a:t>Boas práticas da atividade de auditoria (</a:t>
          </a:r>
          <a:r>
            <a:rPr lang="pt-BR" dirty="0" err="1" smtClean="0"/>
            <a:t>Intosai</a:t>
          </a:r>
          <a:r>
            <a:rPr lang="pt-BR" dirty="0" smtClean="0"/>
            <a:t>, Coso, </a:t>
          </a:r>
          <a:r>
            <a:rPr lang="pt-BR" dirty="0" err="1" smtClean="0"/>
            <a:t>Cobit</a:t>
          </a:r>
          <a:r>
            <a:rPr lang="pt-BR" dirty="0" smtClean="0"/>
            <a:t>, CFC, CGU, ISO, ABNT)</a:t>
          </a:r>
          <a:endParaRPr lang="pt-BR" dirty="0"/>
        </a:p>
      </dgm:t>
    </dgm:pt>
    <dgm:pt modelId="{9A3B8BC1-E204-4FBE-82C2-68FA76118BF0}" type="parTrans" cxnId="{C1803051-AF0A-4F1F-B422-C7F088D3BA0E}">
      <dgm:prSet/>
      <dgm:spPr/>
      <dgm:t>
        <a:bodyPr/>
        <a:lstStyle/>
        <a:p>
          <a:endParaRPr lang="pt-BR"/>
        </a:p>
      </dgm:t>
    </dgm:pt>
    <dgm:pt modelId="{520AD298-621B-4C5E-AC0A-C00246C8113B}" type="sibTrans" cxnId="{C1803051-AF0A-4F1F-B422-C7F088D3BA0E}">
      <dgm:prSet/>
      <dgm:spPr/>
      <dgm:t>
        <a:bodyPr/>
        <a:lstStyle/>
        <a:p>
          <a:endParaRPr lang="pt-BR"/>
        </a:p>
      </dgm:t>
    </dgm:pt>
    <dgm:pt modelId="{2D44643A-934E-4BF2-83EB-8E84D6F02990}">
      <dgm:prSet/>
      <dgm:spPr/>
      <dgm:t>
        <a:bodyPr/>
        <a:lstStyle/>
        <a:p>
          <a:r>
            <a:rPr lang="pt-BR" dirty="0" smtClean="0"/>
            <a:t>Estatuto de Controle Interno</a:t>
          </a:r>
          <a:endParaRPr lang="pt-BR" dirty="0"/>
        </a:p>
      </dgm:t>
    </dgm:pt>
    <dgm:pt modelId="{C98CFCF5-3720-4967-86F3-8ED6B1AD6791}" type="parTrans" cxnId="{1E258A0C-C22F-4C15-A3F3-FCDAD9F09E84}">
      <dgm:prSet/>
      <dgm:spPr/>
      <dgm:t>
        <a:bodyPr/>
        <a:lstStyle/>
        <a:p>
          <a:endParaRPr lang="pt-BR"/>
        </a:p>
      </dgm:t>
    </dgm:pt>
    <dgm:pt modelId="{610606CC-F6F4-485F-BE13-648CA33F8F9E}" type="sibTrans" cxnId="{1E258A0C-C22F-4C15-A3F3-FCDAD9F09E84}">
      <dgm:prSet/>
      <dgm:spPr/>
      <dgm:t>
        <a:bodyPr/>
        <a:lstStyle/>
        <a:p>
          <a:endParaRPr lang="pt-BR"/>
        </a:p>
      </dgm:t>
    </dgm:pt>
    <dgm:pt modelId="{06712CB3-BA51-45CD-B3FA-F5B302294C4E}">
      <dgm:prSet/>
      <dgm:spPr/>
      <dgm:t>
        <a:bodyPr/>
        <a:lstStyle/>
        <a:p>
          <a:r>
            <a:rPr lang="pt-BR" dirty="0" smtClean="0"/>
            <a:t>Manual e roteiro de auditoria da </a:t>
          </a:r>
          <a:r>
            <a:rPr lang="pt-BR" dirty="0" err="1" smtClean="0"/>
            <a:t>Secin</a:t>
          </a:r>
          <a:endParaRPr lang="pt-BR" dirty="0"/>
        </a:p>
      </dgm:t>
    </dgm:pt>
    <dgm:pt modelId="{B2FC3239-E6EA-454A-9851-07A494843FFF}" type="parTrans" cxnId="{B817D699-18CF-4389-BB1A-8D2F9C568C68}">
      <dgm:prSet/>
      <dgm:spPr/>
    </dgm:pt>
    <dgm:pt modelId="{6B7765C8-0FAE-41CA-90DC-7777DBE482FB}" type="sibTrans" cxnId="{B817D699-18CF-4389-BB1A-8D2F9C568C68}">
      <dgm:prSet/>
      <dgm:spPr/>
    </dgm:pt>
    <dgm:pt modelId="{4C29676E-4D4C-4C3F-9A45-E2FE05718067}">
      <dgm:prSet/>
      <dgm:spPr/>
      <dgm:t>
        <a:bodyPr/>
        <a:lstStyle/>
        <a:p>
          <a:r>
            <a:rPr lang="pt-BR" dirty="0" err="1" smtClean="0"/>
            <a:t>Sicoi</a:t>
          </a:r>
          <a:endParaRPr lang="pt-BR" dirty="0"/>
        </a:p>
      </dgm:t>
    </dgm:pt>
    <dgm:pt modelId="{1EA53F60-BB53-4EDD-8873-688DC5A9F701}" type="parTrans" cxnId="{AC2315CF-8948-4B89-AC90-A364F3047FFA}">
      <dgm:prSet/>
      <dgm:spPr/>
      <dgm:t>
        <a:bodyPr/>
        <a:lstStyle/>
        <a:p>
          <a:endParaRPr lang="pt-BR"/>
        </a:p>
      </dgm:t>
    </dgm:pt>
    <dgm:pt modelId="{83017525-6A89-4C1D-BA16-2BD40A029AB4}" type="sibTrans" cxnId="{AC2315CF-8948-4B89-AC90-A364F3047FFA}">
      <dgm:prSet/>
      <dgm:spPr/>
      <dgm:t>
        <a:bodyPr/>
        <a:lstStyle/>
        <a:p>
          <a:endParaRPr lang="pt-BR"/>
        </a:p>
      </dgm:t>
    </dgm:pt>
    <dgm:pt modelId="{0C42FE36-39F6-46D7-A86B-CA5C96C368E4}">
      <dgm:prSet/>
      <dgm:spPr/>
      <dgm:t>
        <a:bodyPr/>
        <a:lstStyle/>
        <a:p>
          <a:r>
            <a:rPr lang="pt-BR" dirty="0" smtClean="0"/>
            <a:t>Bibliotecas de auditoria (ações de controle, riscos e controles, programas de auditoria) </a:t>
          </a:r>
          <a:endParaRPr lang="pt-BR" dirty="0"/>
        </a:p>
      </dgm:t>
    </dgm:pt>
    <dgm:pt modelId="{8D8FFC25-ABF7-4F0A-96F5-B96502F9F80D}" type="parTrans" cxnId="{33262F11-46A3-43EF-907C-C86F932F3CFE}">
      <dgm:prSet/>
      <dgm:spPr/>
      <dgm:t>
        <a:bodyPr/>
        <a:lstStyle/>
        <a:p>
          <a:endParaRPr lang="pt-BR"/>
        </a:p>
      </dgm:t>
    </dgm:pt>
    <dgm:pt modelId="{DFFCBE0F-5C22-4E38-9639-6F8B56888651}" type="sibTrans" cxnId="{33262F11-46A3-43EF-907C-C86F932F3CFE}">
      <dgm:prSet/>
      <dgm:spPr/>
      <dgm:t>
        <a:bodyPr/>
        <a:lstStyle/>
        <a:p>
          <a:endParaRPr lang="pt-BR"/>
        </a:p>
      </dgm:t>
    </dgm:pt>
    <dgm:pt modelId="{234EEDF0-19BA-45FB-9FE0-4AB5726EBA3C}">
      <dgm:prSet/>
      <dgm:spPr/>
      <dgm:t>
        <a:bodyPr/>
        <a:lstStyle/>
        <a:p>
          <a:r>
            <a:rPr lang="pt-BR" dirty="0" smtClean="0"/>
            <a:t>Sistemas transacionais (</a:t>
          </a:r>
          <a:r>
            <a:rPr lang="pt-BR" dirty="0" err="1" smtClean="0"/>
            <a:t>Siafi</a:t>
          </a:r>
          <a:r>
            <a:rPr lang="pt-BR" dirty="0" smtClean="0"/>
            <a:t>, Sigmas, </a:t>
          </a:r>
          <a:r>
            <a:rPr lang="pt-BR" dirty="0" err="1" smtClean="0"/>
            <a:t>Sigesp</a:t>
          </a:r>
          <a:r>
            <a:rPr lang="pt-BR" dirty="0" smtClean="0"/>
            <a:t>, </a:t>
          </a:r>
          <a:r>
            <a:rPr lang="pt-BR" dirty="0" err="1" smtClean="0"/>
            <a:t>Siorc</a:t>
          </a:r>
          <a:r>
            <a:rPr lang="pt-BR" dirty="0" smtClean="0"/>
            <a:t> e outros)</a:t>
          </a:r>
          <a:endParaRPr lang="pt-BR" dirty="0"/>
        </a:p>
      </dgm:t>
    </dgm:pt>
    <dgm:pt modelId="{F1FC0440-DE85-4E24-B001-3A65103840A2}" type="parTrans" cxnId="{C397E303-375D-4F8B-9D4D-B3FB29638684}">
      <dgm:prSet/>
      <dgm:spPr/>
      <dgm:t>
        <a:bodyPr/>
        <a:lstStyle/>
        <a:p>
          <a:endParaRPr lang="pt-BR"/>
        </a:p>
      </dgm:t>
    </dgm:pt>
    <dgm:pt modelId="{90417BF1-3C42-4A34-A4D9-14DD1F5AEC9E}" type="sibTrans" cxnId="{C397E303-375D-4F8B-9D4D-B3FB29638684}">
      <dgm:prSet/>
      <dgm:spPr/>
      <dgm:t>
        <a:bodyPr/>
        <a:lstStyle/>
        <a:p>
          <a:endParaRPr lang="pt-BR"/>
        </a:p>
      </dgm:t>
    </dgm:pt>
    <dgm:pt modelId="{9E84D078-291A-443A-A515-51F6C2D5B35E}">
      <dgm:prSet/>
      <dgm:spPr/>
      <dgm:t>
        <a:bodyPr/>
        <a:lstStyle/>
        <a:p>
          <a:r>
            <a:rPr lang="pt-BR" dirty="0" smtClean="0"/>
            <a:t>Ferramentas de TIC</a:t>
          </a:r>
          <a:endParaRPr lang="pt-BR" dirty="0"/>
        </a:p>
      </dgm:t>
    </dgm:pt>
    <dgm:pt modelId="{EC6FC49D-495B-48AF-B8A7-3283FEAF66A2}" type="parTrans" cxnId="{4FD2EEF8-9906-480E-B983-21F5E0B3FCC1}">
      <dgm:prSet/>
      <dgm:spPr/>
      <dgm:t>
        <a:bodyPr/>
        <a:lstStyle/>
        <a:p>
          <a:endParaRPr lang="pt-BR"/>
        </a:p>
      </dgm:t>
    </dgm:pt>
    <dgm:pt modelId="{99B1705C-625D-4B7E-870E-533ACF03BABA}" type="sibTrans" cxnId="{4FD2EEF8-9906-480E-B983-21F5E0B3FCC1}">
      <dgm:prSet/>
      <dgm:spPr/>
      <dgm:t>
        <a:bodyPr/>
        <a:lstStyle/>
        <a:p>
          <a:endParaRPr lang="pt-BR"/>
        </a:p>
      </dgm:t>
    </dgm:pt>
    <dgm:pt modelId="{5139A29C-DDFA-4631-851E-EEB5425EE21F}">
      <dgm:prSet phldrT="[Texto]"/>
      <dgm:spPr/>
      <dgm:t>
        <a:bodyPr/>
        <a:lstStyle/>
        <a:p>
          <a:r>
            <a:rPr lang="pt-BR" dirty="0" smtClean="0"/>
            <a:t>Especialista externo</a:t>
          </a:r>
          <a:endParaRPr lang="pt-BR" dirty="0"/>
        </a:p>
      </dgm:t>
    </dgm:pt>
    <dgm:pt modelId="{44FC02F5-E523-47D3-8F4E-007740E53610}" type="parTrans" cxnId="{F192FAE1-767C-454D-908E-E0594AA5EBE5}">
      <dgm:prSet/>
      <dgm:spPr/>
    </dgm:pt>
    <dgm:pt modelId="{8E9BFD39-A78F-4E38-B98E-C09FDDFCA514}" type="sibTrans" cxnId="{F192FAE1-767C-454D-908E-E0594AA5EBE5}">
      <dgm:prSet/>
      <dgm:spPr/>
    </dgm:pt>
    <dgm:pt modelId="{7104035C-6E58-48C4-BF19-8D930BDA50A5}">
      <dgm:prSet/>
      <dgm:spPr/>
      <dgm:t>
        <a:bodyPr/>
        <a:lstStyle/>
        <a:p>
          <a:r>
            <a:rPr lang="pt-BR" dirty="0" smtClean="0"/>
            <a:t>Apêndice sobre questões de auditoria do Manual </a:t>
          </a:r>
          <a:endParaRPr lang="pt-BR" dirty="0"/>
        </a:p>
      </dgm:t>
    </dgm:pt>
    <dgm:pt modelId="{A3ABB840-0A83-4765-A182-E0269C27D8DC}" type="parTrans" cxnId="{9340ECCB-EDA3-4EAF-A979-48E6D0446193}">
      <dgm:prSet/>
      <dgm:spPr/>
    </dgm:pt>
    <dgm:pt modelId="{EBBBFDD3-C234-4A3F-83D6-31BFA92E407C}" type="sibTrans" cxnId="{9340ECCB-EDA3-4EAF-A979-48E6D0446193}">
      <dgm:prSet/>
      <dgm:spPr/>
    </dgm:pt>
    <dgm:pt modelId="{2D7AC488-C27D-460A-8103-AEABD48E064A}">
      <dgm:prSet phldrT="[Texto]"/>
      <dgm:spPr/>
      <dgm:t>
        <a:bodyPr/>
        <a:lstStyle/>
        <a:p>
          <a:r>
            <a:rPr lang="pt-BR" dirty="0" smtClean="0"/>
            <a:t>Normas e padrões de auditoria (IIA, TCU)</a:t>
          </a:r>
          <a:endParaRPr lang="pt-BR" dirty="0"/>
        </a:p>
      </dgm:t>
    </dgm:pt>
    <dgm:pt modelId="{B3355E8B-C832-43C7-8CAA-6951CC5A0CFA}" type="parTrans" cxnId="{FD932F5C-1D74-4400-931A-E322AEDE48BA}">
      <dgm:prSet/>
      <dgm:spPr/>
    </dgm:pt>
    <dgm:pt modelId="{264FA170-41BD-48E1-AD07-678FD2ABA914}" type="sibTrans" cxnId="{FD932F5C-1D74-4400-931A-E322AEDE48BA}">
      <dgm:prSet/>
      <dgm:spPr/>
    </dgm:pt>
    <dgm:pt modelId="{9250597F-7E37-4754-96D4-F9A2F180E61B}" type="pres">
      <dgm:prSet presAssocID="{B27619BC-2381-400F-AF7A-737C5571F62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154F05B5-BEEF-41C6-A332-3809CDE6A2A3}" type="pres">
      <dgm:prSet presAssocID="{47B2BA7A-30DD-4462-BBB6-50DD99AB101C}" presName="composite" presStyleCnt="0"/>
      <dgm:spPr/>
    </dgm:pt>
    <dgm:pt modelId="{135C3714-27A3-4269-A960-471C666F1378}" type="pres">
      <dgm:prSet presAssocID="{47B2BA7A-30DD-4462-BBB6-50DD99AB101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EAC19A6-57DB-459F-8B15-5DAEF06CBCB2}" type="pres">
      <dgm:prSet presAssocID="{47B2BA7A-30DD-4462-BBB6-50DD99AB101C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30CCA33-F9B9-4C88-8F10-154C05CD6C92}" type="pres">
      <dgm:prSet presAssocID="{8C7F7DD0-2A09-4809-BB8F-2C2250C4B3AE}" presName="space" presStyleCnt="0"/>
      <dgm:spPr/>
    </dgm:pt>
    <dgm:pt modelId="{AEE1CC3A-F2AA-4F7F-9F9D-5FF6CCE7618A}" type="pres">
      <dgm:prSet presAssocID="{34CEF098-DE12-41D5-AC8C-4356A471ACDB}" presName="composite" presStyleCnt="0"/>
      <dgm:spPr/>
    </dgm:pt>
    <dgm:pt modelId="{0034ED23-F725-4472-BA2E-3779C0333D8D}" type="pres">
      <dgm:prSet presAssocID="{34CEF098-DE12-41D5-AC8C-4356A471ACD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039F8B9-7B5B-4323-AE39-092717E79B10}" type="pres">
      <dgm:prSet presAssocID="{34CEF098-DE12-41D5-AC8C-4356A471ACDB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25CADCE6-03DE-4920-8353-E08C1FB88002}" type="presOf" srcId="{B27619BC-2381-400F-AF7A-737C5571F62A}" destId="{9250597F-7E37-4754-96D4-F9A2F180E61B}" srcOrd="0" destOrd="0" presId="urn:microsoft.com/office/officeart/2005/8/layout/hList1"/>
    <dgm:cxn modelId="{AC2315CF-8948-4B89-AC90-A364F3047FFA}" srcId="{34CEF098-DE12-41D5-AC8C-4356A471ACDB}" destId="{4C29676E-4D4C-4C3F-9A45-E2FE05718067}" srcOrd="2" destOrd="0" parTransId="{1EA53F60-BB53-4EDD-8873-688DC5A9F701}" sibTransId="{83017525-6A89-4C1D-BA16-2BD40A029AB4}"/>
    <dgm:cxn modelId="{7A910F56-A79B-4E89-8A5D-4CAC92AD3BEB}" type="presOf" srcId="{5139A29C-DDFA-4631-851E-EEB5425EE21F}" destId="{0039F8B9-7B5B-4323-AE39-092717E79B10}" srcOrd="0" destOrd="1" presId="urn:microsoft.com/office/officeart/2005/8/layout/hList1"/>
    <dgm:cxn modelId="{FB600484-ADBB-4032-811A-1E9410CCCBC2}" type="presOf" srcId="{06712CB3-BA51-45CD-B3FA-F5B302294C4E}" destId="{EEAC19A6-57DB-459F-8B15-5DAEF06CBCB2}" srcOrd="0" destOrd="4" presId="urn:microsoft.com/office/officeart/2005/8/layout/hList1"/>
    <dgm:cxn modelId="{DBCF3506-709E-41B2-883B-A1135A417982}" type="presOf" srcId="{DE33F701-9F9D-41B0-94F2-35034CC80167}" destId="{EEAC19A6-57DB-459F-8B15-5DAEF06CBCB2}" srcOrd="0" destOrd="2" presId="urn:microsoft.com/office/officeart/2005/8/layout/hList1"/>
    <dgm:cxn modelId="{A20B1A17-B904-4C77-A07D-1F94E6B5E2D0}" srcId="{B27619BC-2381-400F-AF7A-737C5571F62A}" destId="{34CEF098-DE12-41D5-AC8C-4356A471ACDB}" srcOrd="1" destOrd="0" parTransId="{31BFABB0-E139-462C-8081-CF2FBBC383A9}" sibTransId="{1B844417-1C99-4F01-827D-1070BE2540CC}"/>
    <dgm:cxn modelId="{33262F11-46A3-43EF-907C-C86F932F3CFE}" srcId="{34CEF098-DE12-41D5-AC8C-4356A471ACDB}" destId="{0C42FE36-39F6-46D7-A86B-CA5C96C368E4}" srcOrd="3" destOrd="0" parTransId="{8D8FFC25-ABF7-4F0A-96F5-B96502F9F80D}" sibTransId="{DFFCBE0F-5C22-4E38-9639-6F8B56888651}"/>
    <dgm:cxn modelId="{C397E303-375D-4F8B-9D4D-B3FB29638684}" srcId="{34CEF098-DE12-41D5-AC8C-4356A471ACDB}" destId="{234EEDF0-19BA-45FB-9FE0-4AB5726EBA3C}" srcOrd="4" destOrd="0" parTransId="{F1FC0440-DE85-4E24-B001-3A65103840A2}" sibTransId="{90417BF1-3C42-4A34-A4D9-14DD1F5AEC9E}"/>
    <dgm:cxn modelId="{53D37ED7-65CD-4B07-B60F-35B4A45D77B7}" type="presOf" srcId="{2D44643A-934E-4BF2-83EB-8E84D6F02990}" destId="{EEAC19A6-57DB-459F-8B15-5DAEF06CBCB2}" srcOrd="0" destOrd="3" presId="urn:microsoft.com/office/officeart/2005/8/layout/hList1"/>
    <dgm:cxn modelId="{F192FAE1-767C-454D-908E-E0594AA5EBE5}" srcId="{34CEF098-DE12-41D5-AC8C-4356A471ACDB}" destId="{5139A29C-DDFA-4631-851E-EEB5425EE21F}" srcOrd="1" destOrd="0" parTransId="{44FC02F5-E523-47D3-8F4E-007740E53610}" sibTransId="{8E9BFD39-A78F-4E38-B98E-C09FDDFCA514}"/>
    <dgm:cxn modelId="{9340ECCB-EDA3-4EAF-A979-48E6D0446193}" srcId="{47B2BA7A-30DD-4462-BBB6-50DD99AB101C}" destId="{7104035C-6E58-48C4-BF19-8D930BDA50A5}" srcOrd="5" destOrd="0" parTransId="{A3ABB840-0A83-4765-A182-E0269C27D8DC}" sibTransId="{EBBBFDD3-C234-4A3F-83D6-31BFA92E407C}"/>
    <dgm:cxn modelId="{BEC778A3-3180-4D2D-8698-03C164C7C78D}" type="presOf" srcId="{34CEF098-DE12-41D5-AC8C-4356A471ACDB}" destId="{0034ED23-F725-4472-BA2E-3779C0333D8D}" srcOrd="0" destOrd="0" presId="urn:microsoft.com/office/officeart/2005/8/layout/hList1"/>
    <dgm:cxn modelId="{5F0C2950-71F4-47C8-8535-7E24BBBE877D}" type="presOf" srcId="{15BE210A-AD67-47BD-B907-E90DD7380BA3}" destId="{EEAC19A6-57DB-459F-8B15-5DAEF06CBCB2}" srcOrd="0" destOrd="0" presId="urn:microsoft.com/office/officeart/2005/8/layout/hList1"/>
    <dgm:cxn modelId="{F58F6A74-DFD4-413A-ABC9-B93F036D5875}" type="presOf" srcId="{47B2BA7A-30DD-4462-BBB6-50DD99AB101C}" destId="{135C3714-27A3-4269-A960-471C666F1378}" srcOrd="0" destOrd="0" presId="urn:microsoft.com/office/officeart/2005/8/layout/hList1"/>
    <dgm:cxn modelId="{7E0E0B87-3213-461A-8500-7385D2D59E4B}" type="presOf" srcId="{7104035C-6E58-48C4-BF19-8D930BDA50A5}" destId="{EEAC19A6-57DB-459F-8B15-5DAEF06CBCB2}" srcOrd="0" destOrd="5" presId="urn:microsoft.com/office/officeart/2005/8/layout/hList1"/>
    <dgm:cxn modelId="{B817D699-18CF-4389-BB1A-8D2F9C568C68}" srcId="{47B2BA7A-30DD-4462-BBB6-50DD99AB101C}" destId="{06712CB3-BA51-45CD-B3FA-F5B302294C4E}" srcOrd="4" destOrd="0" parTransId="{B2FC3239-E6EA-454A-9851-07A494843FFF}" sibTransId="{6B7765C8-0FAE-41CA-90DC-7777DBE482FB}"/>
    <dgm:cxn modelId="{4FD2EEF8-9906-480E-B983-21F5E0B3FCC1}" srcId="{34CEF098-DE12-41D5-AC8C-4356A471ACDB}" destId="{9E84D078-291A-443A-A515-51F6C2D5B35E}" srcOrd="5" destOrd="0" parTransId="{EC6FC49D-495B-48AF-B8A7-3283FEAF66A2}" sibTransId="{99B1705C-625D-4B7E-870E-533ACF03BABA}"/>
    <dgm:cxn modelId="{FD932F5C-1D74-4400-931A-E322AEDE48BA}" srcId="{47B2BA7A-30DD-4462-BBB6-50DD99AB101C}" destId="{2D7AC488-C27D-460A-8103-AEABD48E064A}" srcOrd="1" destOrd="0" parTransId="{B3355E8B-C832-43C7-8CAA-6951CC5A0CFA}" sibTransId="{264FA170-41BD-48E1-AD07-678FD2ABA914}"/>
    <dgm:cxn modelId="{8C569A23-81F0-406A-BC0A-A7FCB969F4EC}" type="presOf" srcId="{4C29676E-4D4C-4C3F-9A45-E2FE05718067}" destId="{0039F8B9-7B5B-4323-AE39-092717E79B10}" srcOrd="0" destOrd="2" presId="urn:microsoft.com/office/officeart/2005/8/layout/hList1"/>
    <dgm:cxn modelId="{7012F258-A85D-4345-8CC4-28774EE2941F}" srcId="{47B2BA7A-30DD-4462-BBB6-50DD99AB101C}" destId="{15BE210A-AD67-47BD-B907-E90DD7380BA3}" srcOrd="0" destOrd="0" parTransId="{88E847A3-E312-4E29-AC76-733E5386B7DF}" sibTransId="{084A4BAE-E72F-4C14-9297-9218D5FBDE0D}"/>
    <dgm:cxn modelId="{C1803051-AF0A-4F1F-B422-C7F088D3BA0E}" srcId="{47B2BA7A-30DD-4462-BBB6-50DD99AB101C}" destId="{DE33F701-9F9D-41B0-94F2-35034CC80167}" srcOrd="2" destOrd="0" parTransId="{9A3B8BC1-E204-4FBE-82C2-68FA76118BF0}" sibTransId="{520AD298-621B-4C5E-AC0A-C00246C8113B}"/>
    <dgm:cxn modelId="{41D72DA6-B95A-4B62-A446-00C2884EA8D3}" type="presOf" srcId="{0C42FE36-39F6-46D7-A86B-CA5C96C368E4}" destId="{0039F8B9-7B5B-4323-AE39-092717E79B10}" srcOrd="0" destOrd="3" presId="urn:microsoft.com/office/officeart/2005/8/layout/hList1"/>
    <dgm:cxn modelId="{C7CEBE66-3749-4C96-9BDE-740D3959C9A1}" type="presOf" srcId="{9E84D078-291A-443A-A515-51F6C2D5B35E}" destId="{0039F8B9-7B5B-4323-AE39-092717E79B10}" srcOrd="0" destOrd="5" presId="urn:microsoft.com/office/officeart/2005/8/layout/hList1"/>
    <dgm:cxn modelId="{5461922F-BAD1-4955-8E72-9898D911CBF6}" srcId="{34CEF098-DE12-41D5-AC8C-4356A471ACDB}" destId="{7961CF38-8162-4CCF-9FCE-434D824CAB57}" srcOrd="0" destOrd="0" parTransId="{7DA4C5EF-7C22-4CDA-B88D-98DE0FAC9072}" sibTransId="{C0DE7137-2F04-4135-BE88-B059BC8A0AB8}"/>
    <dgm:cxn modelId="{DC173A5F-AC1C-4C23-BA67-B4258931EE12}" type="presOf" srcId="{7961CF38-8162-4CCF-9FCE-434D824CAB57}" destId="{0039F8B9-7B5B-4323-AE39-092717E79B10}" srcOrd="0" destOrd="0" presId="urn:microsoft.com/office/officeart/2005/8/layout/hList1"/>
    <dgm:cxn modelId="{1E258A0C-C22F-4C15-A3F3-FCDAD9F09E84}" srcId="{47B2BA7A-30DD-4462-BBB6-50DD99AB101C}" destId="{2D44643A-934E-4BF2-83EB-8E84D6F02990}" srcOrd="3" destOrd="0" parTransId="{C98CFCF5-3720-4967-86F3-8ED6B1AD6791}" sibTransId="{610606CC-F6F4-485F-BE13-648CA33F8F9E}"/>
    <dgm:cxn modelId="{CFE03932-0D23-4B45-92D7-476661D55CFB}" type="presOf" srcId="{2D7AC488-C27D-460A-8103-AEABD48E064A}" destId="{EEAC19A6-57DB-459F-8B15-5DAEF06CBCB2}" srcOrd="0" destOrd="1" presId="urn:microsoft.com/office/officeart/2005/8/layout/hList1"/>
    <dgm:cxn modelId="{A10E3FEF-4560-4E3F-904F-F1B95C806048}" srcId="{B27619BC-2381-400F-AF7A-737C5571F62A}" destId="{47B2BA7A-30DD-4462-BBB6-50DD99AB101C}" srcOrd="0" destOrd="0" parTransId="{AB39ABD6-D6A9-4BF5-B31F-9491E01BE05B}" sibTransId="{8C7F7DD0-2A09-4809-BB8F-2C2250C4B3AE}"/>
    <dgm:cxn modelId="{C9C6890E-1EEA-4912-A9AC-54761BCEDA0D}" type="presOf" srcId="{234EEDF0-19BA-45FB-9FE0-4AB5726EBA3C}" destId="{0039F8B9-7B5B-4323-AE39-092717E79B10}" srcOrd="0" destOrd="4" presId="urn:microsoft.com/office/officeart/2005/8/layout/hList1"/>
    <dgm:cxn modelId="{64E8D0EE-E504-4C8E-AD82-C50881A8B381}" type="presParOf" srcId="{9250597F-7E37-4754-96D4-F9A2F180E61B}" destId="{154F05B5-BEEF-41C6-A332-3809CDE6A2A3}" srcOrd="0" destOrd="0" presId="urn:microsoft.com/office/officeart/2005/8/layout/hList1"/>
    <dgm:cxn modelId="{8EF3A902-840A-49B8-8418-B65DD42E3C3C}" type="presParOf" srcId="{154F05B5-BEEF-41C6-A332-3809CDE6A2A3}" destId="{135C3714-27A3-4269-A960-471C666F1378}" srcOrd="0" destOrd="0" presId="urn:microsoft.com/office/officeart/2005/8/layout/hList1"/>
    <dgm:cxn modelId="{D6DC0829-6461-4EB3-89F7-1C2262C2F08E}" type="presParOf" srcId="{154F05B5-BEEF-41C6-A332-3809CDE6A2A3}" destId="{EEAC19A6-57DB-459F-8B15-5DAEF06CBCB2}" srcOrd="1" destOrd="0" presId="urn:microsoft.com/office/officeart/2005/8/layout/hList1"/>
    <dgm:cxn modelId="{7E0B1DD4-22E6-4DDA-8C3D-01A040B73921}" type="presParOf" srcId="{9250597F-7E37-4754-96D4-F9A2F180E61B}" destId="{E30CCA33-F9B9-4C88-8F10-154C05CD6C92}" srcOrd="1" destOrd="0" presId="urn:microsoft.com/office/officeart/2005/8/layout/hList1"/>
    <dgm:cxn modelId="{19B4D933-9ED5-4012-B30F-E2C792EAC78A}" type="presParOf" srcId="{9250597F-7E37-4754-96D4-F9A2F180E61B}" destId="{AEE1CC3A-F2AA-4F7F-9F9D-5FF6CCE7618A}" srcOrd="2" destOrd="0" presId="urn:microsoft.com/office/officeart/2005/8/layout/hList1"/>
    <dgm:cxn modelId="{43C12D1C-4CDE-468C-90CF-19935E81C1FD}" type="presParOf" srcId="{AEE1CC3A-F2AA-4F7F-9F9D-5FF6CCE7618A}" destId="{0034ED23-F725-4472-BA2E-3779C0333D8D}" srcOrd="0" destOrd="0" presId="urn:microsoft.com/office/officeart/2005/8/layout/hList1"/>
    <dgm:cxn modelId="{9C2C9676-C35C-4802-9804-D82C781E825C}" type="presParOf" srcId="{AEE1CC3A-F2AA-4F7F-9F9D-5FF6CCE7618A}" destId="{0039F8B9-7B5B-4323-AE39-092717E79B1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27619BC-2381-400F-AF7A-737C5571F62A}" type="doc">
      <dgm:prSet loTypeId="urn:microsoft.com/office/officeart/2005/8/layout/h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7B2BA7A-30DD-4462-BBB6-50DD99AB101C}">
      <dgm:prSet phldrT="[Texto]" custT="1"/>
      <dgm:spPr/>
      <dgm:t>
        <a:bodyPr/>
        <a:lstStyle/>
        <a:p>
          <a:r>
            <a:rPr lang="pt-BR" sz="3200" dirty="0" smtClean="0"/>
            <a:t>ENTRADAS</a:t>
          </a:r>
          <a:endParaRPr lang="pt-BR" sz="3200" dirty="0"/>
        </a:p>
      </dgm:t>
    </dgm:pt>
    <dgm:pt modelId="{AB39ABD6-D6A9-4BF5-B31F-9491E01BE05B}" type="parTrans" cxnId="{A10E3FEF-4560-4E3F-904F-F1B95C806048}">
      <dgm:prSet/>
      <dgm:spPr/>
      <dgm:t>
        <a:bodyPr/>
        <a:lstStyle/>
        <a:p>
          <a:endParaRPr lang="pt-BR"/>
        </a:p>
      </dgm:t>
    </dgm:pt>
    <dgm:pt modelId="{8C7F7DD0-2A09-4809-BB8F-2C2250C4B3AE}" type="sibTrans" cxnId="{A10E3FEF-4560-4E3F-904F-F1B95C806048}">
      <dgm:prSet/>
      <dgm:spPr/>
      <dgm:t>
        <a:bodyPr/>
        <a:lstStyle/>
        <a:p>
          <a:endParaRPr lang="pt-BR"/>
        </a:p>
      </dgm:t>
    </dgm:pt>
    <dgm:pt modelId="{15BE210A-AD67-47BD-B907-E90DD7380BA3}">
      <dgm:prSet phldrT="[Texto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900" dirty="0" smtClean="0">
              <a:solidFill>
                <a:srgbClr val="000000"/>
              </a:solidFill>
            </a:rPr>
            <a:t>Objetivo geral da auditoria</a:t>
          </a:r>
          <a:endParaRPr lang="pt-BR" sz="1900" dirty="0">
            <a:solidFill>
              <a:srgbClr val="000000"/>
            </a:solidFill>
          </a:endParaRPr>
        </a:p>
      </dgm:t>
    </dgm:pt>
    <dgm:pt modelId="{88E847A3-E312-4E29-AC76-733E5386B7DF}" type="parTrans" cxnId="{7012F258-A85D-4345-8CC4-28774EE2941F}">
      <dgm:prSet/>
      <dgm:spPr/>
      <dgm:t>
        <a:bodyPr/>
        <a:lstStyle/>
        <a:p>
          <a:endParaRPr lang="pt-BR"/>
        </a:p>
      </dgm:t>
    </dgm:pt>
    <dgm:pt modelId="{084A4BAE-E72F-4C14-9297-9218D5FBDE0D}" type="sibTrans" cxnId="{7012F258-A85D-4345-8CC4-28774EE2941F}">
      <dgm:prSet/>
      <dgm:spPr/>
      <dgm:t>
        <a:bodyPr/>
        <a:lstStyle/>
        <a:p>
          <a:endParaRPr lang="pt-BR"/>
        </a:p>
      </dgm:t>
    </dgm:pt>
    <dgm:pt modelId="{34CEF098-DE12-41D5-AC8C-4356A471ACDB}">
      <dgm:prSet phldrT="[Texto]" custT="1"/>
      <dgm:spPr/>
      <dgm:t>
        <a:bodyPr/>
        <a:lstStyle/>
        <a:p>
          <a:r>
            <a:rPr lang="pt-BR" sz="3200" dirty="0" smtClean="0"/>
            <a:t>ATIVIDADES</a:t>
          </a:r>
          <a:endParaRPr lang="pt-BR" sz="3200" dirty="0"/>
        </a:p>
      </dgm:t>
    </dgm:pt>
    <dgm:pt modelId="{31BFABB0-E139-462C-8081-CF2FBBC383A9}" type="parTrans" cxnId="{A20B1A17-B904-4C77-A07D-1F94E6B5E2D0}">
      <dgm:prSet/>
      <dgm:spPr/>
      <dgm:t>
        <a:bodyPr/>
        <a:lstStyle/>
        <a:p>
          <a:endParaRPr lang="pt-BR"/>
        </a:p>
      </dgm:t>
    </dgm:pt>
    <dgm:pt modelId="{1B844417-1C99-4F01-827D-1070BE2540CC}" type="sibTrans" cxnId="{A20B1A17-B904-4C77-A07D-1F94E6B5E2D0}">
      <dgm:prSet/>
      <dgm:spPr/>
      <dgm:t>
        <a:bodyPr/>
        <a:lstStyle/>
        <a:p>
          <a:endParaRPr lang="pt-BR"/>
        </a:p>
      </dgm:t>
    </dgm:pt>
    <dgm:pt modelId="{7961CF38-8162-4CCF-9FCE-434D824CAB57}">
      <dgm:prSet phldrT="[Texto]"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u="none" dirty="0" smtClean="0"/>
            <a:t>Formalizar os trabalhos de auditoria</a:t>
          </a:r>
          <a:endParaRPr lang="pt-BR" sz="1900" dirty="0"/>
        </a:p>
      </dgm:t>
    </dgm:pt>
    <dgm:pt modelId="{7DA4C5EF-7C22-4CDA-B88D-98DE0FAC9072}" type="parTrans" cxnId="{5461922F-BAD1-4955-8E72-9898D911CBF6}">
      <dgm:prSet/>
      <dgm:spPr/>
      <dgm:t>
        <a:bodyPr/>
        <a:lstStyle/>
        <a:p>
          <a:endParaRPr lang="pt-BR"/>
        </a:p>
      </dgm:t>
    </dgm:pt>
    <dgm:pt modelId="{C0DE7137-2F04-4135-BE88-B059BC8A0AB8}" type="sibTrans" cxnId="{5461922F-BAD1-4955-8E72-9898D911CBF6}">
      <dgm:prSet/>
      <dgm:spPr/>
      <dgm:t>
        <a:bodyPr/>
        <a:lstStyle/>
        <a:p>
          <a:endParaRPr lang="pt-BR"/>
        </a:p>
      </dgm:t>
    </dgm:pt>
    <dgm:pt modelId="{EF051479-F327-4D0E-926D-C1A73771334C}">
      <dgm:prSet custT="1"/>
      <dgm:spPr/>
      <dgm:t>
        <a:bodyPr/>
        <a:lstStyle/>
        <a:p>
          <a:r>
            <a:rPr lang="pt-BR" sz="3200" dirty="0" smtClean="0"/>
            <a:t>SAÍDAS</a:t>
          </a:r>
          <a:endParaRPr lang="pt-BR" sz="3200" dirty="0"/>
        </a:p>
      </dgm:t>
    </dgm:pt>
    <dgm:pt modelId="{8936F796-4DEB-4F99-A328-58CBCDC2DC05}" type="parTrans" cxnId="{DA46F134-4760-48AF-9F08-414C55DA4E51}">
      <dgm:prSet/>
      <dgm:spPr/>
      <dgm:t>
        <a:bodyPr/>
        <a:lstStyle/>
        <a:p>
          <a:endParaRPr lang="pt-BR"/>
        </a:p>
      </dgm:t>
    </dgm:pt>
    <dgm:pt modelId="{6F5666F3-0288-4555-ACBE-DC66537E7D0E}" type="sibTrans" cxnId="{DA46F134-4760-48AF-9F08-414C55DA4E51}">
      <dgm:prSet/>
      <dgm:spPr/>
      <dgm:t>
        <a:bodyPr/>
        <a:lstStyle/>
        <a:p>
          <a:endParaRPr lang="pt-BR"/>
        </a:p>
      </dgm:t>
    </dgm:pt>
    <dgm:pt modelId="{D44D4C8E-B6E8-4A5C-BB5F-E9E75C5CB6A5}">
      <dgm:prSet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u="none" dirty="0" smtClean="0"/>
            <a:t>Elaborar o entendimento do objeto</a:t>
          </a:r>
          <a:endParaRPr lang="pt-BR" sz="1900" dirty="0"/>
        </a:p>
      </dgm:t>
    </dgm:pt>
    <dgm:pt modelId="{DB5D1BD4-93DF-434D-92B8-F18C9B345D05}" type="parTrans" cxnId="{2884829F-33EE-4EC5-B41F-38887E070C63}">
      <dgm:prSet/>
      <dgm:spPr/>
      <dgm:t>
        <a:bodyPr/>
        <a:lstStyle/>
        <a:p>
          <a:endParaRPr lang="pt-BR"/>
        </a:p>
      </dgm:t>
    </dgm:pt>
    <dgm:pt modelId="{E3B9E4A5-AA00-4BF1-A1D0-7514E5A80C1E}" type="sibTrans" cxnId="{2884829F-33EE-4EC5-B41F-38887E070C63}">
      <dgm:prSet/>
      <dgm:spPr/>
      <dgm:t>
        <a:bodyPr/>
        <a:lstStyle/>
        <a:p>
          <a:endParaRPr lang="pt-BR"/>
        </a:p>
      </dgm:t>
    </dgm:pt>
    <dgm:pt modelId="{D899DDEC-E512-47EF-BBBB-7B17EB3021BB}">
      <dgm:prSet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u="none" dirty="0" smtClean="0"/>
            <a:t>Identificar e avaliar os controles internos da gestão</a:t>
          </a:r>
          <a:endParaRPr lang="pt-BR" sz="1900" dirty="0"/>
        </a:p>
      </dgm:t>
    </dgm:pt>
    <dgm:pt modelId="{5FEE24AF-29C7-4919-B048-11335882F6E4}" type="parTrans" cxnId="{2E33A35C-7757-4639-850D-3D7CA2102196}">
      <dgm:prSet/>
      <dgm:spPr/>
      <dgm:t>
        <a:bodyPr/>
        <a:lstStyle/>
        <a:p>
          <a:endParaRPr lang="pt-BR"/>
        </a:p>
      </dgm:t>
    </dgm:pt>
    <dgm:pt modelId="{6246758B-48BB-41CA-958E-00698856F32B}" type="sibTrans" cxnId="{2E33A35C-7757-4639-850D-3D7CA2102196}">
      <dgm:prSet/>
      <dgm:spPr/>
      <dgm:t>
        <a:bodyPr/>
        <a:lstStyle/>
        <a:p>
          <a:endParaRPr lang="pt-BR"/>
        </a:p>
      </dgm:t>
    </dgm:pt>
    <dgm:pt modelId="{E3252CA6-C13B-41A8-879C-13086F02594E}">
      <dgm:prSet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dirty="0" smtClean="0"/>
            <a:t>Definir os procedimentos de auditoria</a:t>
          </a:r>
          <a:endParaRPr lang="pt-BR" sz="1900" dirty="0"/>
        </a:p>
      </dgm:t>
    </dgm:pt>
    <dgm:pt modelId="{D2F3BB1F-5686-4E24-8C1C-6E6B6A549A98}" type="parTrans" cxnId="{9A109BB4-2C77-43A8-9EC2-DF135DA99D98}">
      <dgm:prSet/>
      <dgm:spPr/>
      <dgm:t>
        <a:bodyPr/>
        <a:lstStyle/>
        <a:p>
          <a:endParaRPr lang="pt-BR"/>
        </a:p>
      </dgm:t>
    </dgm:pt>
    <dgm:pt modelId="{D83C0C02-CB0A-4B41-9A34-43B766C97645}" type="sibTrans" cxnId="{9A109BB4-2C77-43A8-9EC2-DF135DA99D98}">
      <dgm:prSet/>
      <dgm:spPr/>
      <dgm:t>
        <a:bodyPr/>
        <a:lstStyle/>
        <a:p>
          <a:endParaRPr lang="pt-BR"/>
        </a:p>
      </dgm:t>
    </dgm:pt>
    <dgm:pt modelId="{189046DD-F76A-476B-975D-25D178A93B49}">
      <dgm:prSet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dirty="0" smtClean="0"/>
            <a:t>Comunicação ao gestor sobre a equipe e o cronograma</a:t>
          </a:r>
          <a:endParaRPr lang="pt-BR" sz="1900" dirty="0"/>
        </a:p>
      </dgm:t>
    </dgm:pt>
    <dgm:pt modelId="{6CD26BA2-C950-421F-B761-23BF1294A9E3}" type="parTrans" cxnId="{2AB50B26-9BF8-43CD-9333-349DD940E922}">
      <dgm:prSet/>
      <dgm:spPr/>
      <dgm:t>
        <a:bodyPr/>
        <a:lstStyle/>
        <a:p>
          <a:endParaRPr lang="pt-BR"/>
        </a:p>
      </dgm:t>
    </dgm:pt>
    <dgm:pt modelId="{67A7356B-5452-4B81-9388-E3E88B44C563}" type="sibTrans" cxnId="{2AB50B26-9BF8-43CD-9333-349DD940E922}">
      <dgm:prSet/>
      <dgm:spPr/>
      <dgm:t>
        <a:bodyPr/>
        <a:lstStyle/>
        <a:p>
          <a:endParaRPr lang="pt-BR"/>
        </a:p>
      </dgm:t>
    </dgm:pt>
    <dgm:pt modelId="{33E0C092-C352-4232-BD12-2C4E64F73AF1}">
      <dgm:prSet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dirty="0" smtClean="0"/>
            <a:t>Entendimento do objeto</a:t>
          </a:r>
        </a:p>
      </dgm:t>
    </dgm:pt>
    <dgm:pt modelId="{5BB914F1-A691-432E-A8B2-340601BBF10B}" type="parTrans" cxnId="{8C347B95-281C-4CF7-B128-F781DB4437E7}">
      <dgm:prSet/>
      <dgm:spPr/>
      <dgm:t>
        <a:bodyPr/>
        <a:lstStyle/>
        <a:p>
          <a:endParaRPr lang="pt-BR"/>
        </a:p>
      </dgm:t>
    </dgm:pt>
    <dgm:pt modelId="{CBC3317C-FC38-4BC1-BBEF-1D1B23BAAAFA}" type="sibTrans" cxnId="{8C347B95-281C-4CF7-B128-F781DB4437E7}">
      <dgm:prSet/>
      <dgm:spPr/>
      <dgm:t>
        <a:bodyPr/>
        <a:lstStyle/>
        <a:p>
          <a:endParaRPr lang="pt-BR"/>
        </a:p>
      </dgm:t>
    </dgm:pt>
    <dgm:pt modelId="{AEEE15FA-FDDA-468C-9376-63811A73601D}">
      <dgm:prSet phldrT="[Texto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900" dirty="0" smtClean="0">
              <a:solidFill>
                <a:srgbClr val="000000"/>
              </a:solidFill>
            </a:rPr>
            <a:t>Critérios (legislação e boas práticas) de auditoria aplicáveis ao objeto</a:t>
          </a:r>
          <a:endParaRPr lang="pt-BR" sz="1900" dirty="0">
            <a:solidFill>
              <a:srgbClr val="000000"/>
            </a:solidFill>
          </a:endParaRPr>
        </a:p>
      </dgm:t>
    </dgm:pt>
    <dgm:pt modelId="{3C3839D5-9AE3-4FAE-A80F-06A63D56DFF8}" type="parTrans" cxnId="{C1727451-0751-4B75-8D33-14CEC2C344BB}">
      <dgm:prSet/>
      <dgm:spPr/>
      <dgm:t>
        <a:bodyPr/>
        <a:lstStyle/>
        <a:p>
          <a:endParaRPr lang="pt-BR"/>
        </a:p>
      </dgm:t>
    </dgm:pt>
    <dgm:pt modelId="{CB0D8089-C1A4-4EF4-812F-9A910BDFAA7A}" type="sibTrans" cxnId="{C1727451-0751-4B75-8D33-14CEC2C344BB}">
      <dgm:prSet/>
      <dgm:spPr/>
      <dgm:t>
        <a:bodyPr/>
        <a:lstStyle/>
        <a:p>
          <a:endParaRPr lang="pt-BR"/>
        </a:p>
      </dgm:t>
    </dgm:pt>
    <dgm:pt modelId="{CF5FEFA0-76C7-4454-8F33-BE85E5270A66}">
      <dgm:prSet phldrT="[Texto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900" dirty="0" smtClean="0">
              <a:solidFill>
                <a:srgbClr val="000000"/>
              </a:solidFill>
            </a:rPr>
            <a:t>Informações de ações de controle anteriores</a:t>
          </a:r>
          <a:endParaRPr lang="pt-BR" sz="1900" dirty="0">
            <a:solidFill>
              <a:srgbClr val="000000"/>
            </a:solidFill>
          </a:endParaRPr>
        </a:p>
      </dgm:t>
    </dgm:pt>
    <dgm:pt modelId="{F8525F14-4655-499D-890C-BFD610B515A4}" type="parTrans" cxnId="{E8AD78BB-A4AF-4B0A-B315-6CFF07DDE91C}">
      <dgm:prSet/>
      <dgm:spPr/>
      <dgm:t>
        <a:bodyPr/>
        <a:lstStyle/>
        <a:p>
          <a:endParaRPr lang="pt-BR"/>
        </a:p>
      </dgm:t>
    </dgm:pt>
    <dgm:pt modelId="{49BC9606-45B1-41D4-9819-0532443BB484}" type="sibTrans" cxnId="{E8AD78BB-A4AF-4B0A-B315-6CFF07DDE91C}">
      <dgm:prSet/>
      <dgm:spPr/>
      <dgm:t>
        <a:bodyPr/>
        <a:lstStyle/>
        <a:p>
          <a:endParaRPr lang="pt-BR"/>
        </a:p>
      </dgm:t>
    </dgm:pt>
    <dgm:pt modelId="{C010D06F-1770-40E4-A674-8A3466893CED}">
      <dgm:prSet phldrT="[Texto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900" dirty="0" smtClean="0">
              <a:solidFill>
                <a:srgbClr val="000000"/>
              </a:solidFill>
            </a:rPr>
            <a:t>Governança e gestão de processos, riscos e controles</a:t>
          </a:r>
          <a:endParaRPr lang="pt-BR" sz="1900" dirty="0">
            <a:solidFill>
              <a:srgbClr val="000000"/>
            </a:solidFill>
          </a:endParaRPr>
        </a:p>
      </dgm:t>
    </dgm:pt>
    <dgm:pt modelId="{B1DF60A7-EC95-4044-98DA-5CF4F134D2D8}" type="parTrans" cxnId="{A3863632-349B-4CB2-A889-6727C301AE8E}">
      <dgm:prSet/>
      <dgm:spPr/>
      <dgm:t>
        <a:bodyPr/>
        <a:lstStyle/>
        <a:p>
          <a:endParaRPr lang="pt-BR"/>
        </a:p>
      </dgm:t>
    </dgm:pt>
    <dgm:pt modelId="{41C10747-AC06-4B71-B239-3E1D8BEA4255}" type="sibTrans" cxnId="{A3863632-349B-4CB2-A889-6727C301AE8E}">
      <dgm:prSet/>
      <dgm:spPr/>
      <dgm:t>
        <a:bodyPr/>
        <a:lstStyle/>
        <a:p>
          <a:endParaRPr lang="pt-BR"/>
        </a:p>
      </dgm:t>
    </dgm:pt>
    <dgm:pt modelId="{85B7B9C1-2A02-4935-A0A8-DA1051D1FA08}">
      <dgm:prSet phldrT="[Texto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900" dirty="0" smtClean="0">
              <a:solidFill>
                <a:srgbClr val="000000"/>
              </a:solidFill>
            </a:rPr>
            <a:t>Informações sobre o objeto</a:t>
          </a:r>
          <a:endParaRPr lang="pt-BR" sz="1900" dirty="0">
            <a:solidFill>
              <a:srgbClr val="000000"/>
            </a:solidFill>
          </a:endParaRPr>
        </a:p>
      </dgm:t>
    </dgm:pt>
    <dgm:pt modelId="{53D1EAAC-774A-48FF-886E-4FA1116CEF54}" type="parTrans" cxnId="{43543336-7074-46EE-9F70-A34BE2C5DADE}">
      <dgm:prSet/>
      <dgm:spPr/>
      <dgm:t>
        <a:bodyPr/>
        <a:lstStyle/>
        <a:p>
          <a:endParaRPr lang="pt-BR"/>
        </a:p>
      </dgm:t>
    </dgm:pt>
    <dgm:pt modelId="{AA238A3C-6FBE-4F0E-B12A-864ABB882051}" type="sibTrans" cxnId="{43543336-7074-46EE-9F70-A34BE2C5DADE}">
      <dgm:prSet/>
      <dgm:spPr/>
      <dgm:t>
        <a:bodyPr/>
        <a:lstStyle/>
        <a:p>
          <a:endParaRPr lang="pt-BR"/>
        </a:p>
      </dgm:t>
    </dgm:pt>
    <dgm:pt modelId="{59729EA7-A978-4C36-A00F-F2BD8F9106C0}">
      <dgm:prSet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dirty="0" smtClean="0"/>
            <a:t>Programação da auditoria (Testes substantivos e de efetividade operacional dos controles)</a:t>
          </a:r>
        </a:p>
      </dgm:t>
    </dgm:pt>
    <dgm:pt modelId="{BEDADDF0-B504-4B36-AD0F-F762FA4B3509}" type="parTrans" cxnId="{FB86FA44-FF34-4B1C-810A-9B1214E17D30}">
      <dgm:prSet/>
      <dgm:spPr/>
      <dgm:t>
        <a:bodyPr/>
        <a:lstStyle/>
        <a:p>
          <a:endParaRPr lang="pt-BR"/>
        </a:p>
      </dgm:t>
    </dgm:pt>
    <dgm:pt modelId="{75DE1D7C-E374-49E5-9AE5-38A5388EC7F6}" type="sibTrans" cxnId="{FB86FA44-FF34-4B1C-810A-9B1214E17D30}">
      <dgm:prSet/>
      <dgm:spPr/>
      <dgm:t>
        <a:bodyPr/>
        <a:lstStyle/>
        <a:p>
          <a:endParaRPr lang="pt-BR"/>
        </a:p>
      </dgm:t>
    </dgm:pt>
    <dgm:pt modelId="{6B49D583-4313-4709-897C-6EEC09672080}">
      <dgm:prSet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dirty="0" smtClean="0"/>
            <a:t>Riscos relevantes e controles chaves identificados</a:t>
          </a:r>
        </a:p>
      </dgm:t>
    </dgm:pt>
    <dgm:pt modelId="{7DEA41E1-E5AA-4292-8B2D-DA0EE64260BE}" type="parTrans" cxnId="{98E18EFD-FEB1-4438-8B1C-3044F62DD653}">
      <dgm:prSet/>
      <dgm:spPr/>
      <dgm:t>
        <a:bodyPr/>
        <a:lstStyle/>
        <a:p>
          <a:endParaRPr lang="pt-BR"/>
        </a:p>
      </dgm:t>
    </dgm:pt>
    <dgm:pt modelId="{2D401875-E431-4217-86A9-41A06065FF21}" type="sibTrans" cxnId="{98E18EFD-FEB1-4438-8B1C-3044F62DD653}">
      <dgm:prSet/>
      <dgm:spPr/>
      <dgm:t>
        <a:bodyPr/>
        <a:lstStyle/>
        <a:p>
          <a:endParaRPr lang="pt-BR"/>
        </a:p>
      </dgm:t>
    </dgm:pt>
    <dgm:pt modelId="{0182A178-5FD6-471B-9424-FE9AA4B04D22}">
      <dgm:prSet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u="none" dirty="0" smtClean="0"/>
            <a:t>Identificar os objetivos específicos e o escopo da auditoria</a:t>
          </a:r>
          <a:endParaRPr lang="pt-BR" sz="1900" dirty="0"/>
        </a:p>
      </dgm:t>
    </dgm:pt>
    <dgm:pt modelId="{FA3904A5-B698-4370-91CD-D10FDCFD0141}" type="parTrans" cxnId="{4E6A7601-58B4-485C-979F-68AA8B3E9401}">
      <dgm:prSet/>
      <dgm:spPr/>
      <dgm:t>
        <a:bodyPr/>
        <a:lstStyle/>
        <a:p>
          <a:endParaRPr lang="pt-BR"/>
        </a:p>
      </dgm:t>
    </dgm:pt>
    <dgm:pt modelId="{F3E79C7F-8113-4D5D-9148-B8A07C858A1B}" type="sibTrans" cxnId="{4E6A7601-58B4-485C-979F-68AA8B3E9401}">
      <dgm:prSet/>
      <dgm:spPr/>
      <dgm:t>
        <a:bodyPr/>
        <a:lstStyle/>
        <a:p>
          <a:endParaRPr lang="pt-BR"/>
        </a:p>
      </dgm:t>
    </dgm:pt>
    <dgm:pt modelId="{9037C817-4A4D-49E3-8B29-2E57D5D034DE}">
      <dgm:prSet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u="none" dirty="0" smtClean="0"/>
            <a:t>Identificar e avaliar os riscos </a:t>
          </a:r>
          <a:endParaRPr lang="pt-BR" sz="1900" dirty="0"/>
        </a:p>
      </dgm:t>
    </dgm:pt>
    <dgm:pt modelId="{F9E9E782-B0EB-4B1C-AF5C-A0997253BEA9}" type="parTrans" cxnId="{CC1D869B-4F3E-4093-AC6E-32FD7B6C111D}">
      <dgm:prSet/>
      <dgm:spPr/>
      <dgm:t>
        <a:bodyPr/>
        <a:lstStyle/>
        <a:p>
          <a:endParaRPr lang="pt-BR"/>
        </a:p>
      </dgm:t>
    </dgm:pt>
    <dgm:pt modelId="{C3293462-7C79-4C5E-BB60-EE255D41FF5E}" type="sibTrans" cxnId="{CC1D869B-4F3E-4093-AC6E-32FD7B6C111D}">
      <dgm:prSet/>
      <dgm:spPr/>
      <dgm:t>
        <a:bodyPr/>
        <a:lstStyle/>
        <a:p>
          <a:endParaRPr lang="pt-BR"/>
        </a:p>
      </dgm:t>
    </dgm:pt>
    <dgm:pt modelId="{2F97F4AD-DDA1-4B7E-B99D-F52B112ADD22}">
      <dgm:prSet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dirty="0" smtClean="0"/>
            <a:t>Questões de auditoria</a:t>
          </a:r>
        </a:p>
      </dgm:t>
    </dgm:pt>
    <dgm:pt modelId="{17AF40BB-D94F-4CA3-8EB6-5F314B1F2D7D}" type="parTrans" cxnId="{4302A75A-96BB-44E2-AD8D-4ACD152E466F}">
      <dgm:prSet/>
      <dgm:spPr/>
      <dgm:t>
        <a:bodyPr/>
        <a:lstStyle/>
        <a:p>
          <a:endParaRPr lang="pt-BR"/>
        </a:p>
      </dgm:t>
    </dgm:pt>
    <dgm:pt modelId="{312AC4A2-5F48-4144-8B75-7E1531D7C5EE}" type="sibTrans" cxnId="{4302A75A-96BB-44E2-AD8D-4ACD152E466F}">
      <dgm:prSet/>
      <dgm:spPr/>
      <dgm:t>
        <a:bodyPr/>
        <a:lstStyle/>
        <a:p>
          <a:endParaRPr lang="pt-BR"/>
        </a:p>
      </dgm:t>
    </dgm:pt>
    <dgm:pt modelId="{F8FC43C1-2669-417F-9CB5-40AA6BFAF4A4}">
      <dgm:prSet phldrT="[Texto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900" dirty="0" smtClean="0">
              <a:solidFill>
                <a:srgbClr val="000000"/>
              </a:solidFill>
            </a:rPr>
            <a:t>Riscos preliminares</a:t>
          </a:r>
          <a:endParaRPr lang="pt-BR" sz="1900" dirty="0">
            <a:solidFill>
              <a:srgbClr val="000000"/>
            </a:solidFill>
          </a:endParaRPr>
        </a:p>
      </dgm:t>
    </dgm:pt>
    <dgm:pt modelId="{B3EBE8DD-B52D-41A4-9919-ED96A111CEDB}" type="parTrans" cxnId="{F32AFA40-0830-4BF5-848C-0F0C3DA4E944}">
      <dgm:prSet/>
      <dgm:spPr/>
      <dgm:t>
        <a:bodyPr/>
        <a:lstStyle/>
        <a:p>
          <a:endParaRPr lang="pt-BR"/>
        </a:p>
      </dgm:t>
    </dgm:pt>
    <dgm:pt modelId="{A2FC7E3C-03D3-4FE6-AF39-C3C8ABB6C449}" type="sibTrans" cxnId="{F32AFA40-0830-4BF5-848C-0F0C3DA4E944}">
      <dgm:prSet/>
      <dgm:spPr/>
      <dgm:t>
        <a:bodyPr/>
        <a:lstStyle/>
        <a:p>
          <a:endParaRPr lang="pt-BR"/>
        </a:p>
      </dgm:t>
    </dgm:pt>
    <dgm:pt modelId="{A4CE1C8B-B2A1-47F5-AAE5-998819FDF96E}">
      <dgm:prSet phldrT="[Texto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900" dirty="0" smtClean="0">
              <a:solidFill>
                <a:srgbClr val="000000"/>
              </a:solidFill>
            </a:rPr>
            <a:t>Bases de dados do objeto</a:t>
          </a:r>
          <a:endParaRPr lang="pt-BR" sz="1900" dirty="0">
            <a:solidFill>
              <a:srgbClr val="000000"/>
            </a:solidFill>
          </a:endParaRPr>
        </a:p>
      </dgm:t>
    </dgm:pt>
    <dgm:pt modelId="{7791A841-591C-46E9-90D5-94499F06821E}" type="parTrans" cxnId="{5CBC3814-021A-4BC7-8C59-7736CC26CD7C}">
      <dgm:prSet/>
      <dgm:spPr/>
      <dgm:t>
        <a:bodyPr/>
        <a:lstStyle/>
        <a:p>
          <a:endParaRPr lang="pt-BR"/>
        </a:p>
      </dgm:t>
    </dgm:pt>
    <dgm:pt modelId="{3A915F4D-1038-4E5F-847F-23CC5524FFD7}" type="sibTrans" cxnId="{5CBC3814-021A-4BC7-8C59-7736CC26CD7C}">
      <dgm:prSet/>
      <dgm:spPr/>
      <dgm:t>
        <a:bodyPr/>
        <a:lstStyle/>
        <a:p>
          <a:endParaRPr lang="pt-BR"/>
        </a:p>
      </dgm:t>
    </dgm:pt>
    <dgm:pt modelId="{95291322-65D4-4752-BCDE-505CEA8D0D52}">
      <dgm:prSet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dirty="0" smtClean="0"/>
            <a:t>Cronograma de auditoria</a:t>
          </a:r>
          <a:endParaRPr lang="pt-BR" sz="1900" dirty="0"/>
        </a:p>
      </dgm:t>
    </dgm:pt>
    <dgm:pt modelId="{E90561F1-2DB0-4C8E-9AE6-13E81EA27A69}" type="parTrans" cxnId="{8601FBBB-EA63-4270-8735-446C62113C4E}">
      <dgm:prSet/>
      <dgm:spPr/>
      <dgm:t>
        <a:bodyPr/>
        <a:lstStyle/>
        <a:p>
          <a:endParaRPr lang="pt-BR"/>
        </a:p>
      </dgm:t>
    </dgm:pt>
    <dgm:pt modelId="{A759FD1E-014F-4313-A463-9F6CDB206764}" type="sibTrans" cxnId="{8601FBBB-EA63-4270-8735-446C62113C4E}">
      <dgm:prSet/>
      <dgm:spPr/>
      <dgm:t>
        <a:bodyPr/>
        <a:lstStyle/>
        <a:p>
          <a:endParaRPr lang="pt-BR"/>
        </a:p>
      </dgm:t>
    </dgm:pt>
    <dgm:pt modelId="{63C7FCB8-CDBD-46E5-A917-F9E1E5706ADC}">
      <dgm:prSet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dirty="0" smtClean="0"/>
            <a:t>Trilha de auditoria</a:t>
          </a:r>
        </a:p>
      </dgm:t>
    </dgm:pt>
    <dgm:pt modelId="{C7635C17-2301-419C-9BB6-6A9E2105E309}" type="parTrans" cxnId="{CA0CBF8C-43C4-48E3-B698-D515855A52F1}">
      <dgm:prSet/>
      <dgm:spPr/>
      <dgm:t>
        <a:bodyPr/>
        <a:lstStyle/>
        <a:p>
          <a:endParaRPr lang="pt-BR"/>
        </a:p>
      </dgm:t>
    </dgm:pt>
    <dgm:pt modelId="{03554E80-EAD6-41AC-9A2A-9994B665D580}" type="sibTrans" cxnId="{CA0CBF8C-43C4-48E3-B698-D515855A52F1}">
      <dgm:prSet/>
      <dgm:spPr/>
      <dgm:t>
        <a:bodyPr/>
        <a:lstStyle/>
        <a:p>
          <a:endParaRPr lang="pt-BR"/>
        </a:p>
      </dgm:t>
    </dgm:pt>
    <dgm:pt modelId="{ECE71CD4-3CA8-4BF7-AAD3-67886E497254}">
      <dgm:prSet phldrT="[Texto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pt-BR" sz="1900" dirty="0" smtClean="0">
              <a:solidFill>
                <a:srgbClr val="000000"/>
              </a:solidFill>
            </a:rPr>
            <a:t>Especificação de trilha de auditoria/Matriz de trilha de auditoria (se for o caso)</a:t>
          </a:r>
          <a:endParaRPr lang="pt-BR" sz="1900" dirty="0">
            <a:solidFill>
              <a:srgbClr val="000000"/>
            </a:solidFill>
          </a:endParaRPr>
        </a:p>
      </dgm:t>
    </dgm:pt>
    <dgm:pt modelId="{9AC05510-490E-4E0E-94EC-8D95DA7D2D68}" type="parTrans" cxnId="{3CB79C06-0A7A-40BF-87D3-D0CC11038118}">
      <dgm:prSet/>
      <dgm:spPr/>
    </dgm:pt>
    <dgm:pt modelId="{B4A786F6-3CD7-4D98-945F-3CF23EFEE5F0}" type="sibTrans" cxnId="{3CB79C06-0A7A-40BF-87D3-D0CC11038118}">
      <dgm:prSet/>
      <dgm:spPr/>
    </dgm:pt>
    <dgm:pt modelId="{9AED38C0-6354-467C-9DD2-385820D98E77}">
      <dgm:prSet custT="1"/>
      <dgm:spPr/>
      <dgm:t>
        <a:bodyPr/>
        <a:lstStyle/>
        <a:p>
          <a:pPr marL="171450" lvl="1" indent="0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1900" dirty="0" smtClean="0"/>
            <a:t>Elaborar trilha de auditoria</a:t>
          </a:r>
          <a:endParaRPr lang="pt-BR" sz="1900" dirty="0"/>
        </a:p>
      </dgm:t>
    </dgm:pt>
    <dgm:pt modelId="{0BEBC51D-0695-499C-B9B1-E339E20DB665}" type="parTrans" cxnId="{55755330-A1E4-4D66-83E9-9F1F0444AFF0}">
      <dgm:prSet/>
      <dgm:spPr/>
    </dgm:pt>
    <dgm:pt modelId="{74EA5D9B-F72A-4D9B-82FB-CF23096D390E}" type="sibTrans" cxnId="{55755330-A1E4-4D66-83E9-9F1F0444AFF0}">
      <dgm:prSet/>
      <dgm:spPr/>
    </dgm:pt>
    <dgm:pt modelId="{9250597F-7E37-4754-96D4-F9A2F180E61B}" type="pres">
      <dgm:prSet presAssocID="{B27619BC-2381-400F-AF7A-737C5571F62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154F05B5-BEEF-41C6-A332-3809CDE6A2A3}" type="pres">
      <dgm:prSet presAssocID="{47B2BA7A-30DD-4462-BBB6-50DD99AB101C}" presName="composite" presStyleCnt="0"/>
      <dgm:spPr/>
      <dgm:t>
        <a:bodyPr/>
        <a:lstStyle/>
        <a:p>
          <a:endParaRPr lang="pt-BR"/>
        </a:p>
      </dgm:t>
    </dgm:pt>
    <dgm:pt modelId="{135C3714-27A3-4269-A960-471C666F1378}" type="pres">
      <dgm:prSet presAssocID="{47B2BA7A-30DD-4462-BBB6-50DD99AB101C}" presName="parTx" presStyleLbl="alignNode1" presStyleIdx="0" presStyleCnt="3" custScaleY="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EAC19A6-57DB-459F-8B15-5DAEF06CBCB2}" type="pres">
      <dgm:prSet presAssocID="{47B2BA7A-30DD-4462-BBB6-50DD99AB101C}" presName="desTx" presStyleLbl="alignAccFollowNode1" presStyleIdx="0" presStyleCnt="3" custLinFactNeighborY="2498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30CCA33-F9B9-4C88-8F10-154C05CD6C92}" type="pres">
      <dgm:prSet presAssocID="{8C7F7DD0-2A09-4809-BB8F-2C2250C4B3AE}" presName="space" presStyleCnt="0"/>
      <dgm:spPr/>
      <dgm:t>
        <a:bodyPr/>
        <a:lstStyle/>
        <a:p>
          <a:endParaRPr lang="pt-BR"/>
        </a:p>
      </dgm:t>
    </dgm:pt>
    <dgm:pt modelId="{AEE1CC3A-F2AA-4F7F-9F9D-5FF6CCE7618A}" type="pres">
      <dgm:prSet presAssocID="{34CEF098-DE12-41D5-AC8C-4356A471ACDB}" presName="composite" presStyleCnt="0"/>
      <dgm:spPr/>
      <dgm:t>
        <a:bodyPr/>
        <a:lstStyle/>
        <a:p>
          <a:endParaRPr lang="pt-BR"/>
        </a:p>
      </dgm:t>
    </dgm:pt>
    <dgm:pt modelId="{0034ED23-F725-4472-BA2E-3779C0333D8D}" type="pres">
      <dgm:prSet presAssocID="{34CEF098-DE12-41D5-AC8C-4356A471ACD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039F8B9-7B5B-4323-AE39-092717E79B10}" type="pres">
      <dgm:prSet presAssocID="{34CEF098-DE12-41D5-AC8C-4356A471ACDB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1BC276B-90E9-41BD-A712-C93FA5594343}" type="pres">
      <dgm:prSet presAssocID="{1B844417-1C99-4F01-827D-1070BE2540CC}" presName="space" presStyleCnt="0"/>
      <dgm:spPr/>
      <dgm:t>
        <a:bodyPr/>
        <a:lstStyle/>
        <a:p>
          <a:endParaRPr lang="pt-BR"/>
        </a:p>
      </dgm:t>
    </dgm:pt>
    <dgm:pt modelId="{05DB6E00-A38B-4967-A386-1EADCB206C90}" type="pres">
      <dgm:prSet presAssocID="{EF051479-F327-4D0E-926D-C1A73771334C}" presName="composite" presStyleCnt="0"/>
      <dgm:spPr/>
      <dgm:t>
        <a:bodyPr/>
        <a:lstStyle/>
        <a:p>
          <a:endParaRPr lang="pt-BR"/>
        </a:p>
      </dgm:t>
    </dgm:pt>
    <dgm:pt modelId="{7142C213-1A37-49C3-AC24-8A7E0A7B30A9}" type="pres">
      <dgm:prSet presAssocID="{EF051479-F327-4D0E-926D-C1A73771334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EEC123-1BED-469B-BBB0-46A446845A78}" type="pres">
      <dgm:prSet presAssocID="{EF051479-F327-4D0E-926D-C1A73771334C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B832FF99-4A7F-4788-998A-4BFDA50F1205}" type="presOf" srcId="{D899DDEC-E512-47EF-BBBB-7B17EB3021BB}" destId="{0039F8B9-7B5B-4323-AE39-092717E79B10}" srcOrd="0" destOrd="4" presId="urn:microsoft.com/office/officeart/2005/8/layout/hList1"/>
    <dgm:cxn modelId="{7012F258-A85D-4345-8CC4-28774EE2941F}" srcId="{47B2BA7A-30DD-4462-BBB6-50DD99AB101C}" destId="{15BE210A-AD67-47BD-B907-E90DD7380BA3}" srcOrd="0" destOrd="0" parTransId="{88E847A3-E312-4E29-AC76-733E5386B7DF}" sibTransId="{084A4BAE-E72F-4C14-9297-9218D5FBDE0D}"/>
    <dgm:cxn modelId="{FB86FA44-FF34-4B1C-810A-9B1214E17D30}" srcId="{EF051479-F327-4D0E-926D-C1A73771334C}" destId="{59729EA7-A978-4C36-A00F-F2BD8F9106C0}" srcOrd="5" destOrd="0" parTransId="{BEDADDF0-B504-4B36-AD0F-F762FA4B3509}" sibTransId="{75DE1D7C-E374-49E5-9AE5-38A5388EC7F6}"/>
    <dgm:cxn modelId="{BA423DF4-84DD-45A5-8E6D-CE32AEDD89C0}" type="presOf" srcId="{D44D4C8E-B6E8-4A5C-BB5F-E9E75C5CB6A5}" destId="{0039F8B9-7B5B-4323-AE39-092717E79B10}" srcOrd="0" destOrd="1" presId="urn:microsoft.com/office/officeart/2005/8/layout/hList1"/>
    <dgm:cxn modelId="{E8AD78BB-A4AF-4B0A-B315-6CFF07DDE91C}" srcId="{47B2BA7A-30DD-4462-BBB6-50DD99AB101C}" destId="{CF5FEFA0-76C7-4454-8F33-BE85E5270A66}" srcOrd="5" destOrd="0" parTransId="{F8525F14-4655-499D-890C-BFD610B515A4}" sibTransId="{49BC9606-45B1-41D4-9819-0532443BB484}"/>
    <dgm:cxn modelId="{2AB50B26-9BF8-43CD-9333-349DD940E922}" srcId="{EF051479-F327-4D0E-926D-C1A73771334C}" destId="{189046DD-F76A-476B-975D-25D178A93B49}" srcOrd="0" destOrd="0" parTransId="{6CD26BA2-C950-421F-B761-23BF1294A9E3}" sibTransId="{67A7356B-5452-4B81-9388-E3E88B44C563}"/>
    <dgm:cxn modelId="{8601FBBB-EA63-4270-8735-446C62113C4E}" srcId="{EF051479-F327-4D0E-926D-C1A73771334C}" destId="{95291322-65D4-4752-BCDE-505CEA8D0D52}" srcOrd="1" destOrd="0" parTransId="{E90561F1-2DB0-4C8E-9AE6-13E81EA27A69}" sibTransId="{A759FD1E-014F-4313-A463-9F6CDB206764}"/>
    <dgm:cxn modelId="{8C347B95-281C-4CF7-B128-F781DB4437E7}" srcId="{EF051479-F327-4D0E-926D-C1A73771334C}" destId="{33E0C092-C352-4232-BD12-2C4E64F73AF1}" srcOrd="2" destOrd="0" parTransId="{5BB914F1-A691-432E-A8B2-340601BBF10B}" sibTransId="{CBC3317C-FC38-4BC1-BBEF-1D1B23BAAAFA}"/>
    <dgm:cxn modelId="{2DF5806D-2629-4E33-8983-9BC860EFFD14}" type="presOf" srcId="{15BE210A-AD67-47BD-B907-E90DD7380BA3}" destId="{EEAC19A6-57DB-459F-8B15-5DAEF06CBCB2}" srcOrd="0" destOrd="0" presId="urn:microsoft.com/office/officeart/2005/8/layout/hList1"/>
    <dgm:cxn modelId="{CA0CBF8C-43C4-48E3-B698-D515855A52F1}" srcId="{EF051479-F327-4D0E-926D-C1A73771334C}" destId="{63C7FCB8-CDBD-46E5-A917-F9E1E5706ADC}" srcOrd="6" destOrd="0" parTransId="{C7635C17-2301-419C-9BB6-6A9E2105E309}" sibTransId="{03554E80-EAD6-41AC-9A2A-9994B665D580}"/>
    <dgm:cxn modelId="{BD63B163-C2FE-462A-B154-61B09469FA3F}" type="presOf" srcId="{34CEF098-DE12-41D5-AC8C-4356A471ACDB}" destId="{0034ED23-F725-4472-BA2E-3779C0333D8D}" srcOrd="0" destOrd="0" presId="urn:microsoft.com/office/officeart/2005/8/layout/hList1"/>
    <dgm:cxn modelId="{CC1D869B-4F3E-4093-AC6E-32FD7B6C111D}" srcId="{34CEF098-DE12-41D5-AC8C-4356A471ACDB}" destId="{9037C817-4A4D-49E3-8B29-2E57D5D034DE}" srcOrd="3" destOrd="0" parTransId="{F9E9E782-B0EB-4B1C-AF5C-A0997253BEA9}" sibTransId="{C3293462-7C79-4C5E-BB60-EE255D41FF5E}"/>
    <dgm:cxn modelId="{4302A75A-96BB-44E2-AD8D-4ACD152E466F}" srcId="{EF051479-F327-4D0E-926D-C1A73771334C}" destId="{2F97F4AD-DDA1-4B7E-B99D-F52B112ADD22}" srcOrd="3" destOrd="0" parTransId="{17AF40BB-D94F-4CA3-8EB6-5F314B1F2D7D}" sibTransId="{312AC4A2-5F48-4144-8B75-7E1531D7C5EE}"/>
    <dgm:cxn modelId="{A3863632-349B-4CB2-A889-6727C301AE8E}" srcId="{47B2BA7A-30DD-4462-BBB6-50DD99AB101C}" destId="{C010D06F-1770-40E4-A674-8A3466893CED}" srcOrd="6" destOrd="0" parTransId="{B1DF60A7-EC95-4044-98DA-5CF4F134D2D8}" sibTransId="{41C10747-AC06-4B71-B239-3E1D8BEA4255}"/>
    <dgm:cxn modelId="{2884829F-33EE-4EC5-B41F-38887E070C63}" srcId="{34CEF098-DE12-41D5-AC8C-4356A471ACDB}" destId="{D44D4C8E-B6E8-4A5C-BB5F-E9E75C5CB6A5}" srcOrd="1" destOrd="0" parTransId="{DB5D1BD4-93DF-434D-92B8-F18C9B345D05}" sibTransId="{E3B9E4A5-AA00-4BF1-A1D0-7514E5A80C1E}"/>
    <dgm:cxn modelId="{75072D95-31C0-4A7E-917D-FDE1660595E3}" type="presOf" srcId="{95291322-65D4-4752-BCDE-505CEA8D0D52}" destId="{ABEEC123-1BED-469B-BBB0-46A446845A78}" srcOrd="0" destOrd="1" presId="urn:microsoft.com/office/officeart/2005/8/layout/hList1"/>
    <dgm:cxn modelId="{98E18EFD-FEB1-4438-8B1C-3044F62DD653}" srcId="{EF051479-F327-4D0E-926D-C1A73771334C}" destId="{6B49D583-4313-4709-897C-6EEC09672080}" srcOrd="4" destOrd="0" parTransId="{7DEA41E1-E5AA-4292-8B2D-DA0EE64260BE}" sibTransId="{2D401875-E431-4217-86A9-41A06065FF21}"/>
    <dgm:cxn modelId="{B1430D46-E790-41DD-B319-069634220478}" type="presOf" srcId="{59729EA7-A978-4C36-A00F-F2BD8F9106C0}" destId="{ABEEC123-1BED-469B-BBB0-46A446845A78}" srcOrd="0" destOrd="5" presId="urn:microsoft.com/office/officeart/2005/8/layout/hList1"/>
    <dgm:cxn modelId="{00F559D7-A69A-454E-8726-C131907852CE}" type="presOf" srcId="{189046DD-F76A-476B-975D-25D178A93B49}" destId="{ABEEC123-1BED-469B-BBB0-46A446845A78}" srcOrd="0" destOrd="0" presId="urn:microsoft.com/office/officeart/2005/8/layout/hList1"/>
    <dgm:cxn modelId="{5CBC3814-021A-4BC7-8C59-7736CC26CD7C}" srcId="{47B2BA7A-30DD-4462-BBB6-50DD99AB101C}" destId="{A4CE1C8B-B2A1-47F5-AAE5-998819FDF96E}" srcOrd="3" destOrd="0" parTransId="{7791A841-591C-46E9-90D5-94499F06821E}" sibTransId="{3A915F4D-1038-4E5F-847F-23CC5524FFD7}"/>
    <dgm:cxn modelId="{3CB79C06-0A7A-40BF-87D3-D0CC11038118}" srcId="{47B2BA7A-30DD-4462-BBB6-50DD99AB101C}" destId="{ECE71CD4-3CA8-4BF7-AAD3-67886E497254}" srcOrd="7" destOrd="0" parTransId="{9AC05510-490E-4E0E-94EC-8D95DA7D2D68}" sibTransId="{B4A786F6-3CD7-4D98-945F-3CF23EFEE5F0}"/>
    <dgm:cxn modelId="{55755330-A1E4-4D66-83E9-9F1F0444AFF0}" srcId="{34CEF098-DE12-41D5-AC8C-4356A471ACDB}" destId="{9AED38C0-6354-467C-9DD2-385820D98E77}" srcOrd="6" destOrd="0" parTransId="{0BEBC51D-0695-499C-B9B1-E339E20DB665}" sibTransId="{74EA5D9B-F72A-4D9B-82FB-CF23096D390E}"/>
    <dgm:cxn modelId="{B3790B60-1DE9-4C2C-B41D-C35F4795AFBE}" type="presOf" srcId="{F8FC43C1-2669-417F-9CB5-40AA6BFAF4A4}" destId="{EEAC19A6-57DB-459F-8B15-5DAEF06CBCB2}" srcOrd="0" destOrd="2" presId="urn:microsoft.com/office/officeart/2005/8/layout/hList1"/>
    <dgm:cxn modelId="{78E2940F-2D1A-441C-9D2C-A2734947D259}" type="presOf" srcId="{A4CE1C8B-B2A1-47F5-AAE5-998819FDF96E}" destId="{EEAC19A6-57DB-459F-8B15-5DAEF06CBCB2}" srcOrd="0" destOrd="3" presId="urn:microsoft.com/office/officeart/2005/8/layout/hList1"/>
    <dgm:cxn modelId="{2E84923D-30F7-4AFB-9640-214883C3B9D0}" type="presOf" srcId="{2F97F4AD-DDA1-4B7E-B99D-F52B112ADD22}" destId="{ABEEC123-1BED-469B-BBB0-46A446845A78}" srcOrd="0" destOrd="3" presId="urn:microsoft.com/office/officeart/2005/8/layout/hList1"/>
    <dgm:cxn modelId="{46939277-E09F-4F20-886D-06CAD0E71B5C}" type="presOf" srcId="{9AED38C0-6354-467C-9DD2-385820D98E77}" destId="{0039F8B9-7B5B-4323-AE39-092717E79B10}" srcOrd="0" destOrd="6" presId="urn:microsoft.com/office/officeart/2005/8/layout/hList1"/>
    <dgm:cxn modelId="{33B7D317-19A2-4C68-B04B-DE93C632099A}" type="presOf" srcId="{7961CF38-8162-4CCF-9FCE-434D824CAB57}" destId="{0039F8B9-7B5B-4323-AE39-092717E79B10}" srcOrd="0" destOrd="0" presId="urn:microsoft.com/office/officeart/2005/8/layout/hList1"/>
    <dgm:cxn modelId="{240AA41B-8905-4072-BD36-7D00CFF9CA23}" type="presOf" srcId="{0182A178-5FD6-471B-9424-FE9AA4B04D22}" destId="{0039F8B9-7B5B-4323-AE39-092717E79B10}" srcOrd="0" destOrd="2" presId="urn:microsoft.com/office/officeart/2005/8/layout/hList1"/>
    <dgm:cxn modelId="{F32AFA40-0830-4BF5-848C-0F0C3DA4E944}" srcId="{47B2BA7A-30DD-4462-BBB6-50DD99AB101C}" destId="{F8FC43C1-2669-417F-9CB5-40AA6BFAF4A4}" srcOrd="2" destOrd="0" parTransId="{B3EBE8DD-B52D-41A4-9919-ED96A111CEDB}" sibTransId="{A2FC7E3C-03D3-4FE6-AF39-C3C8ABB6C449}"/>
    <dgm:cxn modelId="{DD959029-0A79-415B-85D1-9F06DD88A7AE}" type="presOf" srcId="{B27619BC-2381-400F-AF7A-737C5571F62A}" destId="{9250597F-7E37-4754-96D4-F9A2F180E61B}" srcOrd="0" destOrd="0" presId="urn:microsoft.com/office/officeart/2005/8/layout/hList1"/>
    <dgm:cxn modelId="{CFC8AE32-F4FF-4E17-9AAB-9967D4500F5D}" type="presOf" srcId="{C010D06F-1770-40E4-A674-8A3466893CED}" destId="{EEAC19A6-57DB-459F-8B15-5DAEF06CBCB2}" srcOrd="0" destOrd="6" presId="urn:microsoft.com/office/officeart/2005/8/layout/hList1"/>
    <dgm:cxn modelId="{A10E3FEF-4560-4E3F-904F-F1B95C806048}" srcId="{B27619BC-2381-400F-AF7A-737C5571F62A}" destId="{47B2BA7A-30DD-4462-BBB6-50DD99AB101C}" srcOrd="0" destOrd="0" parTransId="{AB39ABD6-D6A9-4BF5-B31F-9491E01BE05B}" sibTransId="{8C7F7DD0-2A09-4809-BB8F-2C2250C4B3AE}"/>
    <dgm:cxn modelId="{55FCA99C-50E6-4746-977B-EDCBFD072D4D}" type="presOf" srcId="{9037C817-4A4D-49E3-8B29-2E57D5D034DE}" destId="{0039F8B9-7B5B-4323-AE39-092717E79B10}" srcOrd="0" destOrd="3" presId="urn:microsoft.com/office/officeart/2005/8/layout/hList1"/>
    <dgm:cxn modelId="{4E6A7601-58B4-485C-979F-68AA8B3E9401}" srcId="{34CEF098-DE12-41D5-AC8C-4356A471ACDB}" destId="{0182A178-5FD6-471B-9424-FE9AA4B04D22}" srcOrd="2" destOrd="0" parTransId="{FA3904A5-B698-4370-91CD-D10FDCFD0141}" sibTransId="{F3E79C7F-8113-4D5D-9148-B8A07C858A1B}"/>
    <dgm:cxn modelId="{AFD195BD-E0C3-43EE-A2F0-4DD79F6A0FD9}" type="presOf" srcId="{63C7FCB8-CDBD-46E5-A917-F9E1E5706ADC}" destId="{ABEEC123-1BED-469B-BBB0-46A446845A78}" srcOrd="0" destOrd="6" presId="urn:microsoft.com/office/officeart/2005/8/layout/hList1"/>
    <dgm:cxn modelId="{F0FAF1DF-BF5F-4FAD-8074-01A644300485}" type="presOf" srcId="{6B49D583-4313-4709-897C-6EEC09672080}" destId="{ABEEC123-1BED-469B-BBB0-46A446845A78}" srcOrd="0" destOrd="4" presId="urn:microsoft.com/office/officeart/2005/8/layout/hList1"/>
    <dgm:cxn modelId="{608DDCDD-F65A-4F45-965F-7F04065F3F96}" type="presOf" srcId="{ECE71CD4-3CA8-4BF7-AAD3-67886E497254}" destId="{EEAC19A6-57DB-459F-8B15-5DAEF06CBCB2}" srcOrd="0" destOrd="7" presId="urn:microsoft.com/office/officeart/2005/8/layout/hList1"/>
    <dgm:cxn modelId="{DA46F134-4760-48AF-9F08-414C55DA4E51}" srcId="{B27619BC-2381-400F-AF7A-737C5571F62A}" destId="{EF051479-F327-4D0E-926D-C1A73771334C}" srcOrd="2" destOrd="0" parTransId="{8936F796-4DEB-4F99-A328-58CBCDC2DC05}" sibTransId="{6F5666F3-0288-4555-ACBE-DC66537E7D0E}"/>
    <dgm:cxn modelId="{2E33A35C-7757-4639-850D-3D7CA2102196}" srcId="{34CEF098-DE12-41D5-AC8C-4356A471ACDB}" destId="{D899DDEC-E512-47EF-BBBB-7B17EB3021BB}" srcOrd="4" destOrd="0" parTransId="{5FEE24AF-29C7-4919-B048-11335882F6E4}" sibTransId="{6246758B-48BB-41CA-958E-00698856F32B}"/>
    <dgm:cxn modelId="{5461922F-BAD1-4955-8E72-9898D911CBF6}" srcId="{34CEF098-DE12-41D5-AC8C-4356A471ACDB}" destId="{7961CF38-8162-4CCF-9FCE-434D824CAB57}" srcOrd="0" destOrd="0" parTransId="{7DA4C5EF-7C22-4CDA-B88D-98DE0FAC9072}" sibTransId="{C0DE7137-2F04-4135-BE88-B059BC8A0AB8}"/>
    <dgm:cxn modelId="{A96A08B0-6CC5-48E2-AC97-E2CEE45BE7B2}" type="presOf" srcId="{E3252CA6-C13B-41A8-879C-13086F02594E}" destId="{0039F8B9-7B5B-4323-AE39-092717E79B10}" srcOrd="0" destOrd="5" presId="urn:microsoft.com/office/officeart/2005/8/layout/hList1"/>
    <dgm:cxn modelId="{1F3FB368-5C5C-4FDF-AF71-BB1E212960E9}" type="presOf" srcId="{33E0C092-C352-4232-BD12-2C4E64F73AF1}" destId="{ABEEC123-1BED-469B-BBB0-46A446845A78}" srcOrd="0" destOrd="2" presId="urn:microsoft.com/office/officeart/2005/8/layout/hList1"/>
    <dgm:cxn modelId="{C1727451-0751-4B75-8D33-14CEC2C344BB}" srcId="{47B2BA7A-30DD-4462-BBB6-50DD99AB101C}" destId="{AEEE15FA-FDDA-468C-9376-63811A73601D}" srcOrd="4" destOrd="0" parTransId="{3C3839D5-9AE3-4FAE-A80F-06A63D56DFF8}" sibTransId="{CB0D8089-C1A4-4EF4-812F-9A910BDFAA7A}"/>
    <dgm:cxn modelId="{A20B1A17-B904-4C77-A07D-1F94E6B5E2D0}" srcId="{B27619BC-2381-400F-AF7A-737C5571F62A}" destId="{34CEF098-DE12-41D5-AC8C-4356A471ACDB}" srcOrd="1" destOrd="0" parTransId="{31BFABB0-E139-462C-8081-CF2FBBC383A9}" sibTransId="{1B844417-1C99-4F01-827D-1070BE2540CC}"/>
    <dgm:cxn modelId="{9A109BB4-2C77-43A8-9EC2-DF135DA99D98}" srcId="{34CEF098-DE12-41D5-AC8C-4356A471ACDB}" destId="{E3252CA6-C13B-41A8-879C-13086F02594E}" srcOrd="5" destOrd="0" parTransId="{D2F3BB1F-5686-4E24-8C1C-6E6B6A549A98}" sibTransId="{D83C0C02-CB0A-4B41-9A34-43B766C97645}"/>
    <dgm:cxn modelId="{43543336-7074-46EE-9F70-A34BE2C5DADE}" srcId="{47B2BA7A-30DD-4462-BBB6-50DD99AB101C}" destId="{85B7B9C1-2A02-4935-A0A8-DA1051D1FA08}" srcOrd="1" destOrd="0" parTransId="{53D1EAAC-774A-48FF-886E-4FA1116CEF54}" sibTransId="{AA238A3C-6FBE-4F0E-B12A-864ABB882051}"/>
    <dgm:cxn modelId="{52AFCF9C-4C9D-464C-B890-F759C676FEFB}" type="presOf" srcId="{85B7B9C1-2A02-4935-A0A8-DA1051D1FA08}" destId="{EEAC19A6-57DB-459F-8B15-5DAEF06CBCB2}" srcOrd="0" destOrd="1" presId="urn:microsoft.com/office/officeart/2005/8/layout/hList1"/>
    <dgm:cxn modelId="{514F0ED2-E37C-4BDC-A1FE-E514948D5786}" type="presOf" srcId="{47B2BA7A-30DD-4462-BBB6-50DD99AB101C}" destId="{135C3714-27A3-4269-A960-471C666F1378}" srcOrd="0" destOrd="0" presId="urn:microsoft.com/office/officeart/2005/8/layout/hList1"/>
    <dgm:cxn modelId="{291F0BF7-555C-4208-B994-CE8345FE6C0E}" type="presOf" srcId="{AEEE15FA-FDDA-468C-9376-63811A73601D}" destId="{EEAC19A6-57DB-459F-8B15-5DAEF06CBCB2}" srcOrd="0" destOrd="4" presId="urn:microsoft.com/office/officeart/2005/8/layout/hList1"/>
    <dgm:cxn modelId="{58136A93-28B7-44A9-9B1F-63B98F9272D4}" type="presOf" srcId="{EF051479-F327-4D0E-926D-C1A73771334C}" destId="{7142C213-1A37-49C3-AC24-8A7E0A7B30A9}" srcOrd="0" destOrd="0" presId="urn:microsoft.com/office/officeart/2005/8/layout/hList1"/>
    <dgm:cxn modelId="{C9942E30-208A-4369-A75F-B77D589F41AB}" type="presOf" srcId="{CF5FEFA0-76C7-4454-8F33-BE85E5270A66}" destId="{EEAC19A6-57DB-459F-8B15-5DAEF06CBCB2}" srcOrd="0" destOrd="5" presId="urn:microsoft.com/office/officeart/2005/8/layout/hList1"/>
    <dgm:cxn modelId="{4C439B3F-50AC-45B5-9018-E44151EB6010}" type="presParOf" srcId="{9250597F-7E37-4754-96D4-F9A2F180E61B}" destId="{154F05B5-BEEF-41C6-A332-3809CDE6A2A3}" srcOrd="0" destOrd="0" presId="urn:microsoft.com/office/officeart/2005/8/layout/hList1"/>
    <dgm:cxn modelId="{CFC62697-6129-4897-B08C-B8FCDA5A4E8D}" type="presParOf" srcId="{154F05B5-BEEF-41C6-A332-3809CDE6A2A3}" destId="{135C3714-27A3-4269-A960-471C666F1378}" srcOrd="0" destOrd="0" presId="urn:microsoft.com/office/officeart/2005/8/layout/hList1"/>
    <dgm:cxn modelId="{47DFB6F3-0202-427B-A302-A7D1FFEAAE01}" type="presParOf" srcId="{154F05B5-BEEF-41C6-A332-3809CDE6A2A3}" destId="{EEAC19A6-57DB-459F-8B15-5DAEF06CBCB2}" srcOrd="1" destOrd="0" presId="urn:microsoft.com/office/officeart/2005/8/layout/hList1"/>
    <dgm:cxn modelId="{4A2502CE-F1EB-4613-8FAA-27B3BBC50951}" type="presParOf" srcId="{9250597F-7E37-4754-96D4-F9A2F180E61B}" destId="{E30CCA33-F9B9-4C88-8F10-154C05CD6C92}" srcOrd="1" destOrd="0" presId="urn:microsoft.com/office/officeart/2005/8/layout/hList1"/>
    <dgm:cxn modelId="{A3054302-202A-42B6-A42C-9606474CC752}" type="presParOf" srcId="{9250597F-7E37-4754-96D4-F9A2F180E61B}" destId="{AEE1CC3A-F2AA-4F7F-9F9D-5FF6CCE7618A}" srcOrd="2" destOrd="0" presId="urn:microsoft.com/office/officeart/2005/8/layout/hList1"/>
    <dgm:cxn modelId="{7C1C12F7-30FF-4009-AD1B-9EDACF453E4E}" type="presParOf" srcId="{AEE1CC3A-F2AA-4F7F-9F9D-5FF6CCE7618A}" destId="{0034ED23-F725-4472-BA2E-3779C0333D8D}" srcOrd="0" destOrd="0" presId="urn:microsoft.com/office/officeart/2005/8/layout/hList1"/>
    <dgm:cxn modelId="{1FC0AFF9-DA03-4DD0-A561-A7FB47BED094}" type="presParOf" srcId="{AEE1CC3A-F2AA-4F7F-9F9D-5FF6CCE7618A}" destId="{0039F8B9-7B5B-4323-AE39-092717E79B10}" srcOrd="1" destOrd="0" presId="urn:microsoft.com/office/officeart/2005/8/layout/hList1"/>
    <dgm:cxn modelId="{B99C88BA-584D-4871-B282-2AA279CA087C}" type="presParOf" srcId="{9250597F-7E37-4754-96D4-F9A2F180E61B}" destId="{71BC276B-90E9-41BD-A712-C93FA5594343}" srcOrd="3" destOrd="0" presId="urn:microsoft.com/office/officeart/2005/8/layout/hList1"/>
    <dgm:cxn modelId="{95BFAB71-8BC1-4383-A1F3-7988488B35A6}" type="presParOf" srcId="{9250597F-7E37-4754-96D4-F9A2F180E61B}" destId="{05DB6E00-A38B-4967-A386-1EADCB206C90}" srcOrd="4" destOrd="0" presId="urn:microsoft.com/office/officeart/2005/8/layout/hList1"/>
    <dgm:cxn modelId="{3E0BAB7B-CA8E-44AA-8E56-F79E8A6BABA9}" type="presParOf" srcId="{05DB6E00-A38B-4967-A386-1EADCB206C90}" destId="{7142C213-1A37-49C3-AC24-8A7E0A7B30A9}" srcOrd="0" destOrd="0" presId="urn:microsoft.com/office/officeart/2005/8/layout/hList1"/>
    <dgm:cxn modelId="{BB46DD17-FEDD-4296-A9B8-ACAB9BE93E06}" type="presParOf" srcId="{05DB6E00-A38B-4967-A386-1EADCB206C90}" destId="{ABEEC123-1BED-469B-BBB0-46A446845A7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A898EB7-E69D-4CB5-9B7B-6E6BFDD676DA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2EF8CEF-B2FF-4A80-A469-466C03F5F2AC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pt-BR" b="1" smtClean="0">
              <a:solidFill>
                <a:schemeClr val="bg2">
                  <a:lumMod val="50000"/>
                </a:schemeClr>
              </a:solidFill>
            </a:rPr>
            <a:t>ENTRADAS</a:t>
          </a:r>
          <a:endParaRPr lang="pt-BR" b="1" dirty="0">
            <a:solidFill>
              <a:schemeClr val="bg2">
                <a:lumMod val="50000"/>
              </a:schemeClr>
            </a:solidFill>
          </a:endParaRPr>
        </a:p>
      </dgm:t>
    </dgm:pt>
    <dgm:pt modelId="{888197C1-2BCC-438F-82CA-5F28087E8ECF}" type="parTrans" cxnId="{31CD29A0-41E2-4EC1-B85B-21E1AC200F5C}">
      <dgm:prSet/>
      <dgm:spPr/>
      <dgm:t>
        <a:bodyPr/>
        <a:lstStyle/>
        <a:p>
          <a:endParaRPr lang="pt-BR"/>
        </a:p>
      </dgm:t>
    </dgm:pt>
    <dgm:pt modelId="{52EE158E-8FA8-4987-8411-829F99C945F3}" type="sibTrans" cxnId="{31CD29A0-41E2-4EC1-B85B-21E1AC200F5C}">
      <dgm:prSet/>
      <dgm:spPr/>
      <dgm:t>
        <a:bodyPr/>
        <a:lstStyle/>
        <a:p>
          <a:endParaRPr lang="pt-BR"/>
        </a:p>
      </dgm:t>
    </dgm:pt>
    <dgm:pt modelId="{B2D5881A-213D-42E9-9BEF-68348233EA28}">
      <dgm:prSet phldrT="[Texto]"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Cronograma de auditoria</a:t>
          </a:r>
          <a:endParaRPr lang="pt-BR" sz="1100" dirty="0">
            <a:solidFill>
              <a:srgbClr val="000000"/>
            </a:solidFill>
          </a:endParaRPr>
        </a:p>
      </dgm:t>
    </dgm:pt>
    <dgm:pt modelId="{8A7D7B97-8378-4B54-B0E0-641FEF692757}" type="parTrans" cxnId="{508EC0FC-3420-4F8E-B579-B1E37AB13E33}">
      <dgm:prSet/>
      <dgm:spPr/>
      <dgm:t>
        <a:bodyPr/>
        <a:lstStyle/>
        <a:p>
          <a:endParaRPr lang="pt-BR"/>
        </a:p>
      </dgm:t>
    </dgm:pt>
    <dgm:pt modelId="{2F7700D0-492D-4DCC-BAB2-CF6EA16162FE}" type="sibTrans" cxnId="{508EC0FC-3420-4F8E-B579-B1E37AB13E33}">
      <dgm:prSet/>
      <dgm:spPr/>
      <dgm:t>
        <a:bodyPr/>
        <a:lstStyle/>
        <a:p>
          <a:endParaRPr lang="pt-BR"/>
        </a:p>
      </dgm:t>
    </dgm:pt>
    <dgm:pt modelId="{54D77478-AF44-4453-ACAC-9011879B30AA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Aplicar os testes</a:t>
          </a:r>
          <a:endParaRPr lang="pt-BR" sz="1100" dirty="0">
            <a:solidFill>
              <a:srgbClr val="000000"/>
            </a:solidFill>
          </a:endParaRPr>
        </a:p>
      </dgm:t>
    </dgm:pt>
    <dgm:pt modelId="{18AFDE6A-97A6-442F-AD35-902BDC534C52}" type="parTrans" cxnId="{1011137C-1916-48B0-AAE1-E2A9D1CF2315}">
      <dgm:prSet/>
      <dgm:spPr/>
      <dgm:t>
        <a:bodyPr/>
        <a:lstStyle/>
        <a:p>
          <a:endParaRPr lang="pt-BR"/>
        </a:p>
      </dgm:t>
    </dgm:pt>
    <dgm:pt modelId="{61CB03CF-A969-4D51-8564-2D1596F44707}" type="sibTrans" cxnId="{1011137C-1916-48B0-AAE1-E2A9D1CF2315}">
      <dgm:prSet/>
      <dgm:spPr/>
      <dgm:t>
        <a:bodyPr/>
        <a:lstStyle/>
        <a:p>
          <a:endParaRPr lang="pt-BR"/>
        </a:p>
      </dgm:t>
    </dgm:pt>
    <dgm:pt modelId="{188F29C3-4490-416B-A2E6-45F1B9F90397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pt-BR" b="1" dirty="0" smtClean="0">
              <a:solidFill>
                <a:schemeClr val="bg2">
                  <a:lumMod val="50000"/>
                </a:schemeClr>
              </a:solidFill>
            </a:rPr>
            <a:t>SAÍDAS</a:t>
          </a:r>
          <a:endParaRPr lang="pt-BR" b="1" dirty="0">
            <a:solidFill>
              <a:schemeClr val="bg2">
                <a:lumMod val="50000"/>
              </a:schemeClr>
            </a:solidFill>
          </a:endParaRPr>
        </a:p>
      </dgm:t>
    </dgm:pt>
    <dgm:pt modelId="{C2981D37-2AEC-4A0C-9642-99BBB5035724}" type="parTrans" cxnId="{EB4C3B74-2C7B-4498-AB76-69F6E3A74165}">
      <dgm:prSet/>
      <dgm:spPr/>
      <dgm:t>
        <a:bodyPr/>
        <a:lstStyle/>
        <a:p>
          <a:endParaRPr lang="pt-BR"/>
        </a:p>
      </dgm:t>
    </dgm:pt>
    <dgm:pt modelId="{D7DEC811-BD4C-4BB7-8A7B-2407A49CFD21}" type="sibTrans" cxnId="{EB4C3B74-2C7B-4498-AB76-69F6E3A74165}">
      <dgm:prSet/>
      <dgm:spPr/>
      <dgm:t>
        <a:bodyPr/>
        <a:lstStyle/>
        <a:p>
          <a:endParaRPr lang="pt-BR"/>
        </a:p>
      </dgm:t>
    </dgm:pt>
    <dgm:pt modelId="{A32D1246-02E1-415D-8FAA-E20A400CF3E7}">
      <dgm:prSet phldrT="[Texto]" custT="1"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Atualização do planejamento de auditoria (se necessário)</a:t>
          </a:r>
        </a:p>
        <a:p>
          <a:r>
            <a:rPr lang="pt-BR" sz="1100" dirty="0" smtClean="0">
              <a:solidFill>
                <a:srgbClr val="000000"/>
              </a:solidFill>
            </a:rPr>
            <a:t>Evidências </a:t>
          </a:r>
          <a:r>
            <a:rPr lang="pt-BR" sz="1100" dirty="0" smtClean="0">
              <a:solidFill>
                <a:srgbClr val="000000"/>
              </a:solidFill>
            </a:rPr>
            <a:t>de auditoria</a:t>
          </a:r>
          <a:endParaRPr lang="pt-BR" sz="1100" dirty="0">
            <a:solidFill>
              <a:srgbClr val="000000"/>
            </a:solidFill>
          </a:endParaRPr>
        </a:p>
      </dgm:t>
    </dgm:pt>
    <dgm:pt modelId="{3C3A279D-98F6-4B1E-A15E-35E74F2E0808}" type="parTrans" cxnId="{F125947E-C29E-4D8D-BF74-18D26228568F}">
      <dgm:prSet/>
      <dgm:spPr/>
      <dgm:t>
        <a:bodyPr/>
        <a:lstStyle/>
        <a:p>
          <a:endParaRPr lang="pt-BR"/>
        </a:p>
      </dgm:t>
    </dgm:pt>
    <dgm:pt modelId="{5B4A5EEF-A42F-48EA-B341-E171E8B1603D}" type="sibTrans" cxnId="{F125947E-C29E-4D8D-BF74-18D26228568F}">
      <dgm:prSet/>
      <dgm:spPr/>
      <dgm:t>
        <a:bodyPr/>
        <a:lstStyle/>
        <a:p>
          <a:endParaRPr lang="pt-BR"/>
        </a:p>
      </dgm:t>
    </dgm:pt>
    <dgm:pt modelId="{DF2ABB9A-134B-45B8-8D63-E61BDD734104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Bases de dados do objeto</a:t>
          </a:r>
          <a:endParaRPr lang="pt-BR" sz="1100" dirty="0">
            <a:solidFill>
              <a:srgbClr val="000000"/>
            </a:solidFill>
          </a:endParaRPr>
        </a:p>
      </dgm:t>
    </dgm:pt>
    <dgm:pt modelId="{5C753ACE-8922-4E57-A1F0-BE72FCCD6E3A}" type="parTrans" cxnId="{7DD4727C-A3BC-4B54-850C-2FAC93F93848}">
      <dgm:prSet/>
      <dgm:spPr/>
      <dgm:t>
        <a:bodyPr/>
        <a:lstStyle/>
        <a:p>
          <a:endParaRPr lang="pt-BR"/>
        </a:p>
      </dgm:t>
    </dgm:pt>
    <dgm:pt modelId="{05B952E1-814A-4429-B626-8533C309C6EF}" type="sibTrans" cxnId="{7DD4727C-A3BC-4B54-850C-2FAC93F93848}">
      <dgm:prSet/>
      <dgm:spPr/>
      <dgm:t>
        <a:bodyPr/>
        <a:lstStyle/>
        <a:p>
          <a:endParaRPr lang="pt-BR"/>
        </a:p>
      </dgm:t>
    </dgm:pt>
    <dgm:pt modelId="{8BF7C2C4-6FFC-4677-A7B4-6D430F147C25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Objetivos específicos (questões de auditoria)</a:t>
          </a:r>
        </a:p>
        <a:p>
          <a:r>
            <a:rPr lang="pt-BR" sz="1100" dirty="0" smtClean="0">
              <a:solidFill>
                <a:srgbClr val="000000"/>
              </a:solidFill>
            </a:rPr>
            <a:t>Programação </a:t>
          </a:r>
          <a:r>
            <a:rPr lang="pt-BR" sz="1100" dirty="0" smtClean="0">
              <a:solidFill>
                <a:srgbClr val="000000"/>
              </a:solidFill>
            </a:rPr>
            <a:t>de auditoria (testes substantivos,  de efetividade operacional dos controles e respectivos procedimentos)</a:t>
          </a:r>
        </a:p>
        <a:p>
          <a:r>
            <a:rPr lang="pt-BR" sz="1100" dirty="0" smtClean="0">
              <a:solidFill>
                <a:srgbClr val="000000"/>
              </a:solidFill>
            </a:rPr>
            <a:t>Trilha de auditoria</a:t>
          </a:r>
          <a:endParaRPr lang="pt-BR" sz="1100" dirty="0">
            <a:solidFill>
              <a:srgbClr val="000000"/>
            </a:solidFill>
          </a:endParaRPr>
        </a:p>
      </dgm:t>
    </dgm:pt>
    <dgm:pt modelId="{42FEFC4F-338F-4F53-96FF-8E6067E24527}" type="parTrans" cxnId="{AA29F43B-5E47-4880-A520-5ED77C5EFD94}">
      <dgm:prSet/>
      <dgm:spPr/>
      <dgm:t>
        <a:bodyPr/>
        <a:lstStyle/>
        <a:p>
          <a:endParaRPr lang="pt-BR"/>
        </a:p>
      </dgm:t>
    </dgm:pt>
    <dgm:pt modelId="{F1D394FF-0B3B-43E2-8032-799D42EFFC89}" type="sibTrans" cxnId="{AA29F43B-5E47-4880-A520-5ED77C5EFD94}">
      <dgm:prSet/>
      <dgm:spPr/>
      <dgm:t>
        <a:bodyPr/>
        <a:lstStyle/>
        <a:p>
          <a:endParaRPr lang="pt-BR"/>
        </a:p>
      </dgm:t>
    </dgm:pt>
    <dgm:pt modelId="{7F5DCFB7-A134-4C4B-95FB-EBCA3851C05D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Riscos significativos e controles-chave </a:t>
          </a:r>
          <a:r>
            <a:rPr lang="pt-BR" sz="1100" dirty="0" smtClean="0">
              <a:solidFill>
                <a:srgbClr val="000000"/>
              </a:solidFill>
            </a:rPr>
            <a:t>avaliados</a:t>
          </a:r>
          <a:endParaRPr lang="pt-BR" sz="1100" dirty="0">
            <a:solidFill>
              <a:srgbClr val="000000"/>
            </a:solidFill>
          </a:endParaRPr>
        </a:p>
      </dgm:t>
    </dgm:pt>
    <dgm:pt modelId="{0AEC53E1-E639-4BAA-9C2D-2911F7F28885}" type="parTrans" cxnId="{27B530E5-7C30-4813-80AC-84BD692ADDD8}">
      <dgm:prSet/>
      <dgm:spPr/>
      <dgm:t>
        <a:bodyPr/>
        <a:lstStyle/>
        <a:p>
          <a:endParaRPr lang="pt-BR"/>
        </a:p>
      </dgm:t>
    </dgm:pt>
    <dgm:pt modelId="{3F7502E9-F732-432B-BBF0-2AFDDC54C92B}" type="sibTrans" cxnId="{27B530E5-7C30-4813-80AC-84BD692ADDD8}">
      <dgm:prSet/>
      <dgm:spPr/>
      <dgm:t>
        <a:bodyPr/>
        <a:lstStyle/>
        <a:p>
          <a:endParaRPr lang="pt-BR"/>
        </a:p>
      </dgm:t>
    </dgm:pt>
    <dgm:pt modelId="{BF13F868-A9BB-4553-8006-8954186822DE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Elaborar nota de auditoria</a:t>
          </a:r>
          <a:endParaRPr lang="pt-BR" sz="1100" dirty="0">
            <a:solidFill>
              <a:srgbClr val="000000"/>
            </a:solidFill>
          </a:endParaRPr>
        </a:p>
      </dgm:t>
    </dgm:pt>
    <dgm:pt modelId="{6B2016E4-08BB-417E-9161-A20A66153332}" type="parTrans" cxnId="{EAFABFE5-B377-4B58-AC65-25BF6C5BC8E0}">
      <dgm:prSet/>
      <dgm:spPr/>
      <dgm:t>
        <a:bodyPr/>
        <a:lstStyle/>
        <a:p>
          <a:endParaRPr lang="pt-BR"/>
        </a:p>
      </dgm:t>
    </dgm:pt>
    <dgm:pt modelId="{66C3C416-63C8-4C41-9F96-FDF68B0DA96F}" type="sibTrans" cxnId="{EAFABFE5-B377-4B58-AC65-25BF6C5BC8E0}">
      <dgm:prSet/>
      <dgm:spPr/>
      <dgm:t>
        <a:bodyPr/>
        <a:lstStyle/>
        <a:p>
          <a:endParaRPr lang="pt-BR"/>
        </a:p>
      </dgm:t>
    </dgm:pt>
    <dgm:pt modelId="{83820927-C874-47E3-9503-6950125D4B55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Solicitar esclarecimentos</a:t>
          </a:r>
          <a:endParaRPr lang="pt-BR" sz="1100" dirty="0">
            <a:solidFill>
              <a:srgbClr val="000000"/>
            </a:solidFill>
          </a:endParaRPr>
        </a:p>
      </dgm:t>
    </dgm:pt>
    <dgm:pt modelId="{6FCB687C-D66D-4E84-ACAA-82B2FE6368B6}" type="parTrans" cxnId="{99873FBF-7B9F-4ADB-9175-722C657D3B45}">
      <dgm:prSet/>
      <dgm:spPr/>
      <dgm:t>
        <a:bodyPr/>
        <a:lstStyle/>
        <a:p>
          <a:endParaRPr lang="pt-BR"/>
        </a:p>
      </dgm:t>
    </dgm:pt>
    <dgm:pt modelId="{DCC66D05-C282-4F4B-AE15-6631AC740D37}" type="sibTrans" cxnId="{99873FBF-7B9F-4ADB-9175-722C657D3B45}">
      <dgm:prSet/>
      <dgm:spPr/>
      <dgm:t>
        <a:bodyPr/>
        <a:lstStyle/>
        <a:p>
          <a:endParaRPr lang="pt-BR"/>
        </a:p>
      </dgm:t>
    </dgm:pt>
    <dgm:pt modelId="{DF877101-9BB9-4530-8100-A758DA199277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pt-BR" b="1" dirty="0" smtClean="0">
              <a:solidFill>
                <a:schemeClr val="bg2">
                  <a:lumMod val="50000"/>
                </a:schemeClr>
              </a:solidFill>
            </a:rPr>
            <a:t>ATIVIDADES</a:t>
          </a:r>
          <a:endParaRPr lang="pt-BR" b="1" dirty="0">
            <a:solidFill>
              <a:schemeClr val="bg2">
                <a:lumMod val="50000"/>
              </a:schemeClr>
            </a:solidFill>
          </a:endParaRPr>
        </a:p>
      </dgm:t>
    </dgm:pt>
    <dgm:pt modelId="{DB679BBB-F616-4E62-9DAD-746571926FAB}" type="sibTrans" cxnId="{A6484AD9-9F3A-48E5-A664-ECFA808E8F21}">
      <dgm:prSet/>
      <dgm:spPr/>
      <dgm:t>
        <a:bodyPr/>
        <a:lstStyle/>
        <a:p>
          <a:endParaRPr lang="pt-BR"/>
        </a:p>
      </dgm:t>
    </dgm:pt>
    <dgm:pt modelId="{6BD45C0A-4E49-47DE-B62F-433B083A204C}" type="parTrans" cxnId="{A6484AD9-9F3A-48E5-A664-ECFA808E8F21}">
      <dgm:prSet/>
      <dgm:spPr/>
      <dgm:t>
        <a:bodyPr/>
        <a:lstStyle/>
        <a:p>
          <a:endParaRPr lang="pt-BR"/>
        </a:p>
      </dgm:t>
    </dgm:pt>
    <dgm:pt modelId="{C94BB504-0B7B-4C46-AC5D-0167CC30E87F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Elaborar achados de auditoria</a:t>
          </a:r>
          <a:endParaRPr lang="pt-BR" sz="1100" dirty="0">
            <a:solidFill>
              <a:srgbClr val="000000"/>
            </a:solidFill>
          </a:endParaRPr>
        </a:p>
      </dgm:t>
    </dgm:pt>
    <dgm:pt modelId="{FB75CD7A-CB9D-498E-BEEA-2B0FD2253AB9}" type="parTrans" cxnId="{B564B8CD-E04C-4348-BB47-11DF17887C7E}">
      <dgm:prSet/>
      <dgm:spPr/>
      <dgm:t>
        <a:bodyPr/>
        <a:lstStyle/>
        <a:p>
          <a:endParaRPr lang="pt-BR"/>
        </a:p>
      </dgm:t>
    </dgm:pt>
    <dgm:pt modelId="{2A4870EE-28DC-4AA4-87A0-0F73F3EA4B23}" type="sibTrans" cxnId="{B564B8CD-E04C-4348-BB47-11DF17887C7E}">
      <dgm:prSet/>
      <dgm:spPr/>
      <dgm:t>
        <a:bodyPr/>
        <a:lstStyle/>
        <a:p>
          <a:endParaRPr lang="pt-BR"/>
        </a:p>
      </dgm:t>
    </dgm:pt>
    <dgm:pt modelId="{8592A57F-3011-43A0-B6C6-21BBA1C43603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Elaborar recomendações</a:t>
          </a:r>
          <a:endParaRPr lang="pt-BR" sz="1100" dirty="0">
            <a:solidFill>
              <a:srgbClr val="000000"/>
            </a:solidFill>
          </a:endParaRPr>
        </a:p>
      </dgm:t>
    </dgm:pt>
    <dgm:pt modelId="{1E34BA03-82B8-4AE0-925E-B5DA6D45AED8}" type="parTrans" cxnId="{D08FCB18-2A40-473B-A8C5-CB0627A2D2BC}">
      <dgm:prSet/>
      <dgm:spPr/>
      <dgm:t>
        <a:bodyPr/>
        <a:lstStyle/>
        <a:p>
          <a:endParaRPr lang="pt-BR"/>
        </a:p>
      </dgm:t>
    </dgm:pt>
    <dgm:pt modelId="{CB4F7998-03DE-4C08-AA90-93FD5B35BFEF}" type="sibTrans" cxnId="{D08FCB18-2A40-473B-A8C5-CB0627A2D2BC}">
      <dgm:prSet/>
      <dgm:spPr/>
      <dgm:t>
        <a:bodyPr/>
        <a:lstStyle/>
        <a:p>
          <a:endParaRPr lang="pt-BR"/>
        </a:p>
      </dgm:t>
    </dgm:pt>
    <dgm:pt modelId="{C162AC73-E659-4DA8-B2F4-5850F1A900DB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Apresentar os achados e recomendações (busca conjunta de soluções</a:t>
          </a:r>
          <a:r>
            <a:rPr lang="pt-BR" sz="1100" dirty="0" smtClean="0">
              <a:solidFill>
                <a:srgbClr val="000000"/>
              </a:solidFill>
            </a:rPr>
            <a:t>)</a:t>
          </a:r>
          <a:endParaRPr lang="pt-BR" sz="1100" dirty="0" smtClean="0">
            <a:solidFill>
              <a:srgbClr val="000000"/>
            </a:solidFill>
          </a:endParaRPr>
        </a:p>
      </dgm:t>
    </dgm:pt>
    <dgm:pt modelId="{13805DD0-E990-47C1-9341-F21B145F8EB8}" type="parTrans" cxnId="{9B1AA4E8-C245-4340-A66F-B4E04618CBA6}">
      <dgm:prSet/>
      <dgm:spPr/>
      <dgm:t>
        <a:bodyPr/>
        <a:lstStyle/>
        <a:p>
          <a:endParaRPr lang="pt-BR"/>
        </a:p>
      </dgm:t>
    </dgm:pt>
    <dgm:pt modelId="{19582312-B077-41EF-B2DD-5727D9A0DAC0}" type="sibTrans" cxnId="{9B1AA4E8-C245-4340-A66F-B4E04618CBA6}">
      <dgm:prSet/>
      <dgm:spPr/>
      <dgm:t>
        <a:bodyPr/>
        <a:lstStyle/>
        <a:p>
          <a:endParaRPr lang="pt-BR"/>
        </a:p>
      </dgm:t>
    </dgm:pt>
    <dgm:pt modelId="{817FD05F-036B-4631-A2C2-3464CF779DF4}">
      <dgm:prSet phldrT="[Texto]" custT="1"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Achados de auditoria</a:t>
          </a:r>
          <a:endParaRPr lang="pt-BR" sz="1100" dirty="0">
            <a:solidFill>
              <a:srgbClr val="000000"/>
            </a:solidFill>
          </a:endParaRPr>
        </a:p>
      </dgm:t>
    </dgm:pt>
    <dgm:pt modelId="{A10E373B-4D16-4737-8A02-4314B5A35A6C}" type="parTrans" cxnId="{0CCA8AD4-795A-4D87-AAF5-D32C88D3E374}">
      <dgm:prSet/>
      <dgm:spPr/>
      <dgm:t>
        <a:bodyPr/>
        <a:lstStyle/>
        <a:p>
          <a:endParaRPr lang="pt-BR"/>
        </a:p>
      </dgm:t>
    </dgm:pt>
    <dgm:pt modelId="{89CB64A0-915B-4F6F-B06B-E44107E6C441}" type="sibTrans" cxnId="{0CCA8AD4-795A-4D87-AAF5-D32C88D3E374}">
      <dgm:prSet/>
      <dgm:spPr/>
      <dgm:t>
        <a:bodyPr/>
        <a:lstStyle/>
        <a:p>
          <a:endParaRPr lang="pt-BR"/>
        </a:p>
      </dgm:t>
    </dgm:pt>
    <dgm:pt modelId="{2256195B-CE93-454A-A69A-7D35E88E2708}">
      <dgm:prSet phldrT="[Texto]" custT="1"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Notas de auditoria</a:t>
          </a:r>
          <a:endParaRPr lang="pt-BR" sz="1100" dirty="0">
            <a:solidFill>
              <a:srgbClr val="000000"/>
            </a:solidFill>
          </a:endParaRPr>
        </a:p>
      </dgm:t>
    </dgm:pt>
    <dgm:pt modelId="{120FC1F9-2167-4437-B3E0-E1FA3221E234}" type="parTrans" cxnId="{0C058CC0-F310-4681-9386-F659823E56AC}">
      <dgm:prSet/>
      <dgm:spPr/>
      <dgm:t>
        <a:bodyPr/>
        <a:lstStyle/>
        <a:p>
          <a:endParaRPr lang="pt-BR"/>
        </a:p>
      </dgm:t>
    </dgm:pt>
    <dgm:pt modelId="{C21F13B1-9A25-4622-AFEF-6D84182D1BB5}" type="sibTrans" cxnId="{0C058CC0-F310-4681-9386-F659823E56AC}">
      <dgm:prSet/>
      <dgm:spPr/>
      <dgm:t>
        <a:bodyPr/>
        <a:lstStyle/>
        <a:p>
          <a:endParaRPr lang="pt-BR"/>
        </a:p>
      </dgm:t>
    </dgm:pt>
    <dgm:pt modelId="{043CA9A4-4B45-45F1-9223-633EDD88771E}">
      <dgm:prSet phldrT="[Texto]" custT="1"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Recomendações de auditoria</a:t>
          </a:r>
          <a:endParaRPr lang="pt-BR" sz="1100" dirty="0">
            <a:solidFill>
              <a:srgbClr val="000000"/>
            </a:solidFill>
          </a:endParaRPr>
        </a:p>
      </dgm:t>
    </dgm:pt>
    <dgm:pt modelId="{9E50B0AC-5350-447A-A1B0-241458DEA04E}" type="parTrans" cxnId="{EA68D695-D1C9-43BA-BA7D-33BF9713D58A}">
      <dgm:prSet/>
      <dgm:spPr/>
      <dgm:t>
        <a:bodyPr/>
        <a:lstStyle/>
        <a:p>
          <a:endParaRPr lang="pt-BR"/>
        </a:p>
      </dgm:t>
    </dgm:pt>
    <dgm:pt modelId="{80422694-8BDD-4A65-A858-C3A1C8FC0CAF}" type="sibTrans" cxnId="{EA68D695-D1C9-43BA-BA7D-33BF9713D58A}">
      <dgm:prSet/>
      <dgm:spPr/>
      <dgm:t>
        <a:bodyPr/>
        <a:lstStyle/>
        <a:p>
          <a:endParaRPr lang="pt-BR"/>
        </a:p>
      </dgm:t>
    </dgm:pt>
    <dgm:pt modelId="{44592A18-E240-49A5-9892-81F1C5A2F77E}">
      <dgm:prSet phldrT="[Texto]" custT="1"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Atualização das bibliotecas de riscos e controles</a:t>
          </a:r>
          <a:endParaRPr lang="pt-BR" sz="1100" dirty="0">
            <a:solidFill>
              <a:srgbClr val="000000"/>
            </a:solidFill>
          </a:endParaRPr>
        </a:p>
      </dgm:t>
    </dgm:pt>
    <dgm:pt modelId="{C5A1118E-2C42-4B35-ADE5-6C6AA2A8C92A}" type="parTrans" cxnId="{D3E316E3-C4AF-49E8-A4DE-63DCE5673C86}">
      <dgm:prSet/>
      <dgm:spPr/>
      <dgm:t>
        <a:bodyPr/>
        <a:lstStyle/>
        <a:p>
          <a:endParaRPr lang="pt-BR"/>
        </a:p>
      </dgm:t>
    </dgm:pt>
    <dgm:pt modelId="{9BF36658-3A0D-4E56-808B-5F94267D1460}" type="sibTrans" cxnId="{D3E316E3-C4AF-49E8-A4DE-63DCE5673C86}">
      <dgm:prSet/>
      <dgm:spPr/>
      <dgm:t>
        <a:bodyPr/>
        <a:lstStyle/>
        <a:p>
          <a:endParaRPr lang="pt-BR"/>
        </a:p>
      </dgm:t>
    </dgm:pt>
    <dgm:pt modelId="{36480A0F-6C7B-45BC-95B8-8F1DD5D51461}">
      <dgm:prSet phldrT="[Texto]" custT="1"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Atualização do </a:t>
          </a:r>
          <a:r>
            <a:rPr lang="pt-BR" sz="1100" dirty="0" smtClean="0">
              <a:solidFill>
                <a:srgbClr val="000000"/>
              </a:solidFill>
            </a:rPr>
            <a:t>programa de auditoria</a:t>
          </a:r>
        </a:p>
        <a:p>
          <a:endParaRPr lang="pt-BR" sz="1100" dirty="0">
            <a:solidFill>
              <a:srgbClr val="000000"/>
            </a:solidFill>
          </a:endParaRPr>
        </a:p>
      </dgm:t>
    </dgm:pt>
    <dgm:pt modelId="{2C5BCB46-C91E-43F2-A008-1FFB5C8141B5}" type="parTrans" cxnId="{06D47FE3-B7DD-4913-A1A6-46B0C936C222}">
      <dgm:prSet/>
      <dgm:spPr/>
      <dgm:t>
        <a:bodyPr/>
        <a:lstStyle/>
        <a:p>
          <a:endParaRPr lang="pt-BR"/>
        </a:p>
      </dgm:t>
    </dgm:pt>
    <dgm:pt modelId="{01098757-AE6C-4931-9449-1CE32455B34E}" type="sibTrans" cxnId="{06D47FE3-B7DD-4913-A1A6-46B0C936C222}">
      <dgm:prSet/>
      <dgm:spPr/>
      <dgm:t>
        <a:bodyPr/>
        <a:lstStyle/>
        <a:p>
          <a:endParaRPr lang="pt-BR"/>
        </a:p>
      </dgm:t>
    </dgm:pt>
    <dgm:pt modelId="{C03C862A-0CD0-4332-87B6-564116F6614A}" type="pres">
      <dgm:prSet presAssocID="{5A898EB7-E69D-4CB5-9B7B-6E6BFDD676D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73AA7FF1-865E-474B-94B7-EAAF69BC51E6}" type="pres">
      <dgm:prSet presAssocID="{32EF8CEF-B2FF-4A80-A469-466C03F5F2AC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9736062-E025-414A-8B6C-FD69B28F8792}" type="pres">
      <dgm:prSet presAssocID="{32EF8CEF-B2FF-4A80-A469-466C03F5F2AC}" presName="bgRect" presStyleLbl="node1" presStyleIdx="0" presStyleCnt="3" custLinFactNeighborX="921" custLinFactNeighborY="458"/>
      <dgm:spPr/>
      <dgm:t>
        <a:bodyPr/>
        <a:lstStyle/>
        <a:p>
          <a:endParaRPr lang="pt-BR"/>
        </a:p>
      </dgm:t>
    </dgm:pt>
    <dgm:pt modelId="{BB6BFDC8-2448-4245-9FAF-15E44D362999}" type="pres">
      <dgm:prSet presAssocID="{32EF8CEF-B2FF-4A80-A469-466C03F5F2AC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C142579-A225-4225-979A-FAA605D4E8E4}" type="pres">
      <dgm:prSet presAssocID="{32EF8CEF-B2FF-4A80-A469-466C03F5F2AC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11FF017-C538-4E0F-BCD6-87DA56C709CB}" type="pres">
      <dgm:prSet presAssocID="{52EE158E-8FA8-4987-8411-829F99C945F3}" presName="hSp" presStyleCnt="0"/>
      <dgm:spPr/>
      <dgm:t>
        <a:bodyPr/>
        <a:lstStyle/>
        <a:p>
          <a:endParaRPr lang="pt-BR"/>
        </a:p>
      </dgm:t>
    </dgm:pt>
    <dgm:pt modelId="{70211659-FEB0-42AE-B8AF-F43AB49C2F10}" type="pres">
      <dgm:prSet presAssocID="{52EE158E-8FA8-4987-8411-829F99C945F3}" presName="vProcSp" presStyleCnt="0"/>
      <dgm:spPr/>
      <dgm:t>
        <a:bodyPr/>
        <a:lstStyle/>
        <a:p>
          <a:endParaRPr lang="pt-BR"/>
        </a:p>
      </dgm:t>
    </dgm:pt>
    <dgm:pt modelId="{488DB08A-6F6F-4DEF-9D0C-996494375A27}" type="pres">
      <dgm:prSet presAssocID="{52EE158E-8FA8-4987-8411-829F99C945F3}" presName="vSp1" presStyleCnt="0"/>
      <dgm:spPr/>
      <dgm:t>
        <a:bodyPr/>
        <a:lstStyle/>
        <a:p>
          <a:endParaRPr lang="pt-BR"/>
        </a:p>
      </dgm:t>
    </dgm:pt>
    <dgm:pt modelId="{F5F8C0F9-D481-42B4-8A7E-46F495C561E7}" type="pres">
      <dgm:prSet presAssocID="{52EE158E-8FA8-4987-8411-829F99C945F3}" presName="simulatedConn" presStyleLbl="solidFgAcc1" presStyleIdx="0" presStyleCnt="2"/>
      <dgm:spPr>
        <a:ln>
          <a:solidFill>
            <a:schemeClr val="bg1">
              <a:lumMod val="10000"/>
            </a:schemeClr>
          </a:solidFill>
        </a:ln>
      </dgm:spPr>
      <dgm:t>
        <a:bodyPr/>
        <a:lstStyle/>
        <a:p>
          <a:endParaRPr lang="pt-BR"/>
        </a:p>
      </dgm:t>
    </dgm:pt>
    <dgm:pt modelId="{7E26BA97-2F53-4CB4-B03C-D913380FBEF4}" type="pres">
      <dgm:prSet presAssocID="{52EE158E-8FA8-4987-8411-829F99C945F3}" presName="vSp2" presStyleCnt="0"/>
      <dgm:spPr/>
      <dgm:t>
        <a:bodyPr/>
        <a:lstStyle/>
        <a:p>
          <a:endParaRPr lang="pt-BR"/>
        </a:p>
      </dgm:t>
    </dgm:pt>
    <dgm:pt modelId="{96E56033-18D3-4EBF-8061-1CAFCAF5E0B0}" type="pres">
      <dgm:prSet presAssocID="{52EE158E-8FA8-4987-8411-829F99C945F3}" presName="sibTrans" presStyleCnt="0"/>
      <dgm:spPr/>
      <dgm:t>
        <a:bodyPr/>
        <a:lstStyle/>
        <a:p>
          <a:endParaRPr lang="pt-BR"/>
        </a:p>
      </dgm:t>
    </dgm:pt>
    <dgm:pt modelId="{25F642E6-BC0F-4773-B4E0-C17D860CF787}" type="pres">
      <dgm:prSet presAssocID="{DF877101-9BB9-4530-8100-A758DA199277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90E00F7-8100-41AB-AFDA-0485ADDE88D0}" type="pres">
      <dgm:prSet presAssocID="{DF877101-9BB9-4530-8100-A758DA199277}" presName="bgRect" presStyleLbl="node1" presStyleIdx="1" presStyleCnt="3"/>
      <dgm:spPr/>
      <dgm:t>
        <a:bodyPr/>
        <a:lstStyle/>
        <a:p>
          <a:endParaRPr lang="pt-BR"/>
        </a:p>
      </dgm:t>
    </dgm:pt>
    <dgm:pt modelId="{64D5A8B0-C782-499F-8639-90AD60FE028D}" type="pres">
      <dgm:prSet presAssocID="{DF877101-9BB9-4530-8100-A758DA199277}" presName="parentNode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57C8837-323E-44B0-83F4-11065CF236AB}" type="pres">
      <dgm:prSet presAssocID="{DF877101-9BB9-4530-8100-A758DA199277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EB0C4B6-850A-4EA2-903C-AD83CC584661}" type="pres">
      <dgm:prSet presAssocID="{DB679BBB-F616-4E62-9DAD-746571926FAB}" presName="hSp" presStyleCnt="0"/>
      <dgm:spPr/>
      <dgm:t>
        <a:bodyPr/>
        <a:lstStyle/>
        <a:p>
          <a:endParaRPr lang="pt-BR"/>
        </a:p>
      </dgm:t>
    </dgm:pt>
    <dgm:pt modelId="{AB0D4643-3BE2-43F9-8E25-A8A539F558F2}" type="pres">
      <dgm:prSet presAssocID="{DB679BBB-F616-4E62-9DAD-746571926FAB}" presName="vProcSp" presStyleCnt="0"/>
      <dgm:spPr/>
      <dgm:t>
        <a:bodyPr/>
        <a:lstStyle/>
        <a:p>
          <a:endParaRPr lang="pt-BR"/>
        </a:p>
      </dgm:t>
    </dgm:pt>
    <dgm:pt modelId="{871AFA06-9D79-46FA-947A-A5E6E690A14E}" type="pres">
      <dgm:prSet presAssocID="{DB679BBB-F616-4E62-9DAD-746571926FAB}" presName="vSp1" presStyleCnt="0"/>
      <dgm:spPr/>
      <dgm:t>
        <a:bodyPr/>
        <a:lstStyle/>
        <a:p>
          <a:endParaRPr lang="pt-BR"/>
        </a:p>
      </dgm:t>
    </dgm:pt>
    <dgm:pt modelId="{617FC347-28C8-489E-8F83-6B91DB4BC825}" type="pres">
      <dgm:prSet presAssocID="{DB679BBB-F616-4E62-9DAD-746571926FAB}" presName="simulatedConn" presStyleLbl="solidFgAcc1" presStyleIdx="1" presStyleCnt="2"/>
      <dgm:spPr>
        <a:ln>
          <a:solidFill>
            <a:schemeClr val="bg1">
              <a:lumMod val="10000"/>
            </a:schemeClr>
          </a:solidFill>
        </a:ln>
      </dgm:spPr>
      <dgm:t>
        <a:bodyPr/>
        <a:lstStyle/>
        <a:p>
          <a:endParaRPr lang="pt-BR"/>
        </a:p>
      </dgm:t>
    </dgm:pt>
    <dgm:pt modelId="{8F70D381-ECFB-4994-9882-0330CC964BEE}" type="pres">
      <dgm:prSet presAssocID="{DB679BBB-F616-4E62-9DAD-746571926FAB}" presName="vSp2" presStyleCnt="0"/>
      <dgm:spPr/>
      <dgm:t>
        <a:bodyPr/>
        <a:lstStyle/>
        <a:p>
          <a:endParaRPr lang="pt-BR"/>
        </a:p>
      </dgm:t>
    </dgm:pt>
    <dgm:pt modelId="{33AA9A55-4D5B-4CDF-9421-9E94A83C0CB9}" type="pres">
      <dgm:prSet presAssocID="{DB679BBB-F616-4E62-9DAD-746571926FAB}" presName="sibTrans" presStyleCnt="0"/>
      <dgm:spPr/>
      <dgm:t>
        <a:bodyPr/>
        <a:lstStyle/>
        <a:p>
          <a:endParaRPr lang="pt-BR"/>
        </a:p>
      </dgm:t>
    </dgm:pt>
    <dgm:pt modelId="{CEFFDDC5-F3FD-4BEC-9772-A16F3691DF06}" type="pres">
      <dgm:prSet presAssocID="{188F29C3-4490-416B-A2E6-45F1B9F90397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AD4BC32-D0CA-49B6-9C46-27A5F0F8F43E}" type="pres">
      <dgm:prSet presAssocID="{188F29C3-4490-416B-A2E6-45F1B9F90397}" presName="bgRect" presStyleLbl="node1" presStyleIdx="2" presStyleCnt="3"/>
      <dgm:spPr/>
      <dgm:t>
        <a:bodyPr/>
        <a:lstStyle/>
        <a:p>
          <a:endParaRPr lang="pt-BR"/>
        </a:p>
      </dgm:t>
    </dgm:pt>
    <dgm:pt modelId="{B8664A91-3597-4E86-9C40-B537C9F3D1ED}" type="pres">
      <dgm:prSet presAssocID="{188F29C3-4490-416B-A2E6-45F1B9F90397}" presName="parentNode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3238E6-023B-43DB-B3C6-3A88C753A43C}" type="pres">
      <dgm:prSet presAssocID="{188F29C3-4490-416B-A2E6-45F1B9F90397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206311DF-796D-450E-BD8B-F16608FAC47F}" type="presOf" srcId="{8592A57F-3011-43A0-B6C6-21BBA1C43603}" destId="{157C8837-323E-44B0-83F4-11065CF236AB}" srcOrd="0" destOrd="4" presId="urn:microsoft.com/office/officeart/2005/8/layout/hProcess7"/>
    <dgm:cxn modelId="{99873FBF-7B9F-4ADB-9175-722C657D3B45}" srcId="{DF877101-9BB9-4530-8100-A758DA199277}" destId="{83820927-C874-47E3-9503-6950125D4B55}" srcOrd="2" destOrd="0" parTransId="{6FCB687C-D66D-4E84-ACAA-82B2FE6368B6}" sibTransId="{DCC66D05-C282-4F4B-AE15-6631AC740D37}"/>
    <dgm:cxn modelId="{0C058CC0-F310-4681-9386-F659823E56AC}" srcId="{188F29C3-4490-416B-A2E6-45F1B9F90397}" destId="{2256195B-CE93-454A-A69A-7D35E88E2708}" srcOrd="2" destOrd="0" parTransId="{120FC1F9-2167-4437-B3E0-E1FA3221E234}" sibTransId="{C21F13B1-9A25-4622-AFEF-6D84182D1BB5}"/>
    <dgm:cxn modelId="{AA29F43B-5E47-4880-A520-5ED77C5EFD94}" srcId="{32EF8CEF-B2FF-4A80-A469-466C03F5F2AC}" destId="{8BF7C2C4-6FFC-4677-A7B4-6D430F147C25}" srcOrd="3" destOrd="0" parTransId="{42FEFC4F-338F-4F53-96FF-8E6067E24527}" sibTransId="{F1D394FF-0B3B-43E2-8032-799D42EFFC89}"/>
    <dgm:cxn modelId="{EA68D695-D1C9-43BA-BA7D-33BF9713D58A}" srcId="{188F29C3-4490-416B-A2E6-45F1B9F90397}" destId="{043CA9A4-4B45-45F1-9223-633EDD88771E}" srcOrd="3" destOrd="0" parTransId="{9E50B0AC-5350-447A-A1B0-241458DEA04E}" sibTransId="{80422694-8BDD-4A65-A858-C3A1C8FC0CAF}"/>
    <dgm:cxn modelId="{B564B8CD-E04C-4348-BB47-11DF17887C7E}" srcId="{DF877101-9BB9-4530-8100-A758DA199277}" destId="{C94BB504-0B7B-4C46-AC5D-0167CC30E87F}" srcOrd="3" destOrd="0" parTransId="{FB75CD7A-CB9D-498E-BEEA-2B0FD2253AB9}" sibTransId="{2A4870EE-28DC-4AA4-87A0-0F73F3EA4B23}"/>
    <dgm:cxn modelId="{E235D3B2-B1FD-4AB1-BB09-E377C5654FE8}" type="presOf" srcId="{BF13F868-A9BB-4553-8006-8954186822DE}" destId="{157C8837-323E-44B0-83F4-11065CF236AB}" srcOrd="0" destOrd="1" presId="urn:microsoft.com/office/officeart/2005/8/layout/hProcess7"/>
    <dgm:cxn modelId="{5415DE20-1BD7-4CE1-B461-C142C57660C1}" type="presOf" srcId="{817FD05F-036B-4631-A2C2-3464CF779DF4}" destId="{AB3238E6-023B-43DB-B3C6-3A88C753A43C}" srcOrd="0" destOrd="1" presId="urn:microsoft.com/office/officeart/2005/8/layout/hProcess7"/>
    <dgm:cxn modelId="{1465019F-052B-4F4E-9CAD-841D1A6309EF}" type="presOf" srcId="{7F5DCFB7-A134-4C4B-95FB-EBCA3851C05D}" destId="{6C142579-A225-4225-979A-FAA605D4E8E4}" srcOrd="0" destOrd="2" presId="urn:microsoft.com/office/officeart/2005/8/layout/hProcess7"/>
    <dgm:cxn modelId="{7F6A32C4-1102-41C7-B17C-C710F9DCC927}" type="presOf" srcId="{043CA9A4-4B45-45F1-9223-633EDD88771E}" destId="{AB3238E6-023B-43DB-B3C6-3A88C753A43C}" srcOrd="0" destOrd="3" presId="urn:microsoft.com/office/officeart/2005/8/layout/hProcess7"/>
    <dgm:cxn modelId="{9ACF23A6-A6E4-424C-B119-D938DD9736A0}" type="presOf" srcId="{32EF8CEF-B2FF-4A80-A469-466C03F5F2AC}" destId="{BB6BFDC8-2448-4245-9FAF-15E44D362999}" srcOrd="1" destOrd="0" presId="urn:microsoft.com/office/officeart/2005/8/layout/hProcess7"/>
    <dgm:cxn modelId="{0CCA8AD4-795A-4D87-AAF5-D32C88D3E374}" srcId="{188F29C3-4490-416B-A2E6-45F1B9F90397}" destId="{817FD05F-036B-4631-A2C2-3464CF779DF4}" srcOrd="1" destOrd="0" parTransId="{A10E373B-4D16-4737-8A02-4314B5A35A6C}" sibTransId="{89CB64A0-915B-4F6F-B06B-E44107E6C441}"/>
    <dgm:cxn modelId="{A6484AD9-9F3A-48E5-A664-ECFA808E8F21}" srcId="{5A898EB7-E69D-4CB5-9B7B-6E6BFDD676DA}" destId="{DF877101-9BB9-4530-8100-A758DA199277}" srcOrd="1" destOrd="0" parTransId="{6BD45C0A-4E49-47DE-B62F-433B083A204C}" sibTransId="{DB679BBB-F616-4E62-9DAD-746571926FAB}"/>
    <dgm:cxn modelId="{6F323468-1841-4D08-9EFB-474F7F5C7194}" type="presOf" srcId="{A32D1246-02E1-415D-8FAA-E20A400CF3E7}" destId="{AB3238E6-023B-43DB-B3C6-3A88C753A43C}" srcOrd="0" destOrd="0" presId="urn:microsoft.com/office/officeart/2005/8/layout/hProcess7"/>
    <dgm:cxn modelId="{7DD4727C-A3BC-4B54-850C-2FAC93F93848}" srcId="{32EF8CEF-B2FF-4A80-A469-466C03F5F2AC}" destId="{DF2ABB9A-134B-45B8-8D63-E61BDD734104}" srcOrd="1" destOrd="0" parTransId="{5C753ACE-8922-4E57-A1F0-BE72FCCD6E3A}" sibTransId="{05B952E1-814A-4429-B626-8533C309C6EF}"/>
    <dgm:cxn modelId="{3BB05B59-840C-4FD7-BBB7-2869BE2582B5}" type="presOf" srcId="{C162AC73-E659-4DA8-B2F4-5850F1A900DB}" destId="{157C8837-323E-44B0-83F4-11065CF236AB}" srcOrd="0" destOrd="5" presId="urn:microsoft.com/office/officeart/2005/8/layout/hProcess7"/>
    <dgm:cxn modelId="{F125947E-C29E-4D8D-BF74-18D26228568F}" srcId="{188F29C3-4490-416B-A2E6-45F1B9F90397}" destId="{A32D1246-02E1-415D-8FAA-E20A400CF3E7}" srcOrd="0" destOrd="0" parTransId="{3C3A279D-98F6-4B1E-A15E-35E74F2E0808}" sibTransId="{5B4A5EEF-A42F-48EA-B341-E171E8B1603D}"/>
    <dgm:cxn modelId="{23D30C4C-A5D5-4E56-8374-769E5D314495}" type="presOf" srcId="{2256195B-CE93-454A-A69A-7D35E88E2708}" destId="{AB3238E6-023B-43DB-B3C6-3A88C753A43C}" srcOrd="0" destOrd="2" presId="urn:microsoft.com/office/officeart/2005/8/layout/hProcess7"/>
    <dgm:cxn modelId="{31CD29A0-41E2-4EC1-B85B-21E1AC200F5C}" srcId="{5A898EB7-E69D-4CB5-9B7B-6E6BFDD676DA}" destId="{32EF8CEF-B2FF-4A80-A469-466C03F5F2AC}" srcOrd="0" destOrd="0" parTransId="{888197C1-2BCC-438F-82CA-5F28087E8ECF}" sibTransId="{52EE158E-8FA8-4987-8411-829F99C945F3}"/>
    <dgm:cxn modelId="{563701CD-D1C5-4783-9927-93D8C822AAD6}" type="presOf" srcId="{DF877101-9BB9-4530-8100-A758DA199277}" destId="{64D5A8B0-C782-499F-8639-90AD60FE028D}" srcOrd="1" destOrd="0" presId="urn:microsoft.com/office/officeart/2005/8/layout/hProcess7"/>
    <dgm:cxn modelId="{BCF6EDA4-12D8-48ED-BEDA-E48D0F737885}" type="presOf" srcId="{DF877101-9BB9-4530-8100-A758DA199277}" destId="{890E00F7-8100-41AB-AFDA-0485ADDE88D0}" srcOrd="0" destOrd="0" presId="urn:microsoft.com/office/officeart/2005/8/layout/hProcess7"/>
    <dgm:cxn modelId="{BB4E2C93-A20B-4751-A073-0ECA371E8E24}" type="presOf" srcId="{44592A18-E240-49A5-9892-81F1C5A2F77E}" destId="{AB3238E6-023B-43DB-B3C6-3A88C753A43C}" srcOrd="0" destOrd="4" presId="urn:microsoft.com/office/officeart/2005/8/layout/hProcess7"/>
    <dgm:cxn modelId="{1011137C-1916-48B0-AAE1-E2A9D1CF2315}" srcId="{DF877101-9BB9-4530-8100-A758DA199277}" destId="{54D77478-AF44-4453-ACAC-9011879B30AA}" srcOrd="0" destOrd="0" parTransId="{18AFDE6A-97A6-442F-AD35-902BDC534C52}" sibTransId="{61CB03CF-A969-4D51-8564-2D1596F44707}"/>
    <dgm:cxn modelId="{99A08897-48CF-4F23-88B8-BAB4CB07FEFD}" type="presOf" srcId="{188F29C3-4490-416B-A2E6-45F1B9F90397}" destId="{B8664A91-3597-4E86-9C40-B537C9F3D1ED}" srcOrd="1" destOrd="0" presId="urn:microsoft.com/office/officeart/2005/8/layout/hProcess7"/>
    <dgm:cxn modelId="{06D47FE3-B7DD-4913-A1A6-46B0C936C222}" srcId="{188F29C3-4490-416B-A2E6-45F1B9F90397}" destId="{36480A0F-6C7B-45BC-95B8-8F1DD5D51461}" srcOrd="5" destOrd="0" parTransId="{2C5BCB46-C91E-43F2-A008-1FFB5C8141B5}" sibTransId="{01098757-AE6C-4931-9449-1CE32455B34E}"/>
    <dgm:cxn modelId="{5DFDC7E9-EA2E-4AC2-B07F-5C238D78B0E3}" type="presOf" srcId="{5A898EB7-E69D-4CB5-9B7B-6E6BFDD676DA}" destId="{C03C862A-0CD0-4332-87B6-564116F6614A}" srcOrd="0" destOrd="0" presId="urn:microsoft.com/office/officeart/2005/8/layout/hProcess7"/>
    <dgm:cxn modelId="{FE66A97B-90EE-4476-9162-AAC7E16284F0}" type="presOf" srcId="{83820927-C874-47E3-9503-6950125D4B55}" destId="{157C8837-323E-44B0-83F4-11065CF236AB}" srcOrd="0" destOrd="2" presId="urn:microsoft.com/office/officeart/2005/8/layout/hProcess7"/>
    <dgm:cxn modelId="{C681C070-FAC5-41CA-8A29-E2E2E86D388B}" type="presOf" srcId="{54D77478-AF44-4453-ACAC-9011879B30AA}" destId="{157C8837-323E-44B0-83F4-11065CF236AB}" srcOrd="0" destOrd="0" presId="urn:microsoft.com/office/officeart/2005/8/layout/hProcess7"/>
    <dgm:cxn modelId="{7E9190C2-A6A8-43FF-871C-261B5AF3FAD5}" type="presOf" srcId="{32EF8CEF-B2FF-4A80-A469-466C03F5F2AC}" destId="{59736062-E025-414A-8B6C-FD69B28F8792}" srcOrd="0" destOrd="0" presId="urn:microsoft.com/office/officeart/2005/8/layout/hProcess7"/>
    <dgm:cxn modelId="{357693BF-8FBC-4CBE-A104-F9A4EF46D059}" type="presOf" srcId="{8BF7C2C4-6FFC-4677-A7B4-6D430F147C25}" destId="{6C142579-A225-4225-979A-FAA605D4E8E4}" srcOrd="0" destOrd="3" presId="urn:microsoft.com/office/officeart/2005/8/layout/hProcess7"/>
    <dgm:cxn modelId="{508EC0FC-3420-4F8E-B579-B1E37AB13E33}" srcId="{32EF8CEF-B2FF-4A80-A469-466C03F5F2AC}" destId="{B2D5881A-213D-42E9-9BEF-68348233EA28}" srcOrd="0" destOrd="0" parTransId="{8A7D7B97-8378-4B54-B0E0-641FEF692757}" sibTransId="{2F7700D0-492D-4DCC-BAB2-CF6EA16162FE}"/>
    <dgm:cxn modelId="{4D79CB9E-BA87-435B-9B45-4D3DFD80011C}" type="presOf" srcId="{B2D5881A-213D-42E9-9BEF-68348233EA28}" destId="{6C142579-A225-4225-979A-FAA605D4E8E4}" srcOrd="0" destOrd="0" presId="urn:microsoft.com/office/officeart/2005/8/layout/hProcess7"/>
    <dgm:cxn modelId="{079DC581-07B0-4081-B034-8B5B4191AD17}" type="presOf" srcId="{188F29C3-4490-416B-A2E6-45F1B9F90397}" destId="{8AD4BC32-D0CA-49B6-9C46-27A5F0F8F43E}" srcOrd="0" destOrd="0" presId="urn:microsoft.com/office/officeart/2005/8/layout/hProcess7"/>
    <dgm:cxn modelId="{EB4C3B74-2C7B-4498-AB76-69F6E3A74165}" srcId="{5A898EB7-E69D-4CB5-9B7B-6E6BFDD676DA}" destId="{188F29C3-4490-416B-A2E6-45F1B9F90397}" srcOrd="2" destOrd="0" parTransId="{C2981D37-2AEC-4A0C-9642-99BBB5035724}" sibTransId="{D7DEC811-BD4C-4BB7-8A7B-2407A49CFD21}"/>
    <dgm:cxn modelId="{EAFABFE5-B377-4B58-AC65-25BF6C5BC8E0}" srcId="{DF877101-9BB9-4530-8100-A758DA199277}" destId="{BF13F868-A9BB-4553-8006-8954186822DE}" srcOrd="1" destOrd="0" parTransId="{6B2016E4-08BB-417E-9161-A20A66153332}" sibTransId="{66C3C416-63C8-4C41-9F96-FDF68B0DA96F}"/>
    <dgm:cxn modelId="{D3E316E3-C4AF-49E8-A4DE-63DCE5673C86}" srcId="{188F29C3-4490-416B-A2E6-45F1B9F90397}" destId="{44592A18-E240-49A5-9892-81F1C5A2F77E}" srcOrd="4" destOrd="0" parTransId="{C5A1118E-2C42-4B35-ADE5-6C6AA2A8C92A}" sibTransId="{9BF36658-3A0D-4E56-808B-5F94267D1460}"/>
    <dgm:cxn modelId="{9B1AA4E8-C245-4340-A66F-B4E04618CBA6}" srcId="{DF877101-9BB9-4530-8100-A758DA199277}" destId="{C162AC73-E659-4DA8-B2F4-5850F1A900DB}" srcOrd="5" destOrd="0" parTransId="{13805DD0-E990-47C1-9341-F21B145F8EB8}" sibTransId="{19582312-B077-41EF-B2DD-5727D9A0DAC0}"/>
    <dgm:cxn modelId="{ED8B0FD8-12E0-4544-A186-1FA59C9CD4B5}" type="presOf" srcId="{C94BB504-0B7B-4C46-AC5D-0167CC30E87F}" destId="{157C8837-323E-44B0-83F4-11065CF236AB}" srcOrd="0" destOrd="3" presId="urn:microsoft.com/office/officeart/2005/8/layout/hProcess7"/>
    <dgm:cxn modelId="{D08FCB18-2A40-473B-A8C5-CB0627A2D2BC}" srcId="{DF877101-9BB9-4530-8100-A758DA199277}" destId="{8592A57F-3011-43A0-B6C6-21BBA1C43603}" srcOrd="4" destOrd="0" parTransId="{1E34BA03-82B8-4AE0-925E-B5DA6D45AED8}" sibTransId="{CB4F7998-03DE-4C08-AA90-93FD5B35BFEF}"/>
    <dgm:cxn modelId="{E18E1366-BFC3-4E68-B773-C5896FF1198C}" type="presOf" srcId="{DF2ABB9A-134B-45B8-8D63-E61BDD734104}" destId="{6C142579-A225-4225-979A-FAA605D4E8E4}" srcOrd="0" destOrd="1" presId="urn:microsoft.com/office/officeart/2005/8/layout/hProcess7"/>
    <dgm:cxn modelId="{27B530E5-7C30-4813-80AC-84BD692ADDD8}" srcId="{32EF8CEF-B2FF-4A80-A469-466C03F5F2AC}" destId="{7F5DCFB7-A134-4C4B-95FB-EBCA3851C05D}" srcOrd="2" destOrd="0" parTransId="{0AEC53E1-E639-4BAA-9C2D-2911F7F28885}" sibTransId="{3F7502E9-F732-432B-BBF0-2AFDDC54C92B}"/>
    <dgm:cxn modelId="{4782C8E2-486E-43ED-9261-EFA3FBD9AE9E}" type="presOf" srcId="{36480A0F-6C7B-45BC-95B8-8F1DD5D51461}" destId="{AB3238E6-023B-43DB-B3C6-3A88C753A43C}" srcOrd="0" destOrd="5" presId="urn:microsoft.com/office/officeart/2005/8/layout/hProcess7"/>
    <dgm:cxn modelId="{863AF63C-B828-4DB4-98DB-16ED476930E4}" type="presParOf" srcId="{C03C862A-0CD0-4332-87B6-564116F6614A}" destId="{73AA7FF1-865E-474B-94B7-EAAF69BC51E6}" srcOrd="0" destOrd="0" presId="urn:microsoft.com/office/officeart/2005/8/layout/hProcess7"/>
    <dgm:cxn modelId="{6437BF7A-628E-40A4-AF37-A6E718E3F931}" type="presParOf" srcId="{73AA7FF1-865E-474B-94B7-EAAF69BC51E6}" destId="{59736062-E025-414A-8B6C-FD69B28F8792}" srcOrd="0" destOrd="0" presId="urn:microsoft.com/office/officeart/2005/8/layout/hProcess7"/>
    <dgm:cxn modelId="{93B4B253-2B46-4C69-A6B5-D2C2FAAB9EA8}" type="presParOf" srcId="{73AA7FF1-865E-474B-94B7-EAAF69BC51E6}" destId="{BB6BFDC8-2448-4245-9FAF-15E44D362999}" srcOrd="1" destOrd="0" presId="urn:microsoft.com/office/officeart/2005/8/layout/hProcess7"/>
    <dgm:cxn modelId="{C1A53452-CA7B-4130-8F62-2292D8AFC0DC}" type="presParOf" srcId="{73AA7FF1-865E-474B-94B7-EAAF69BC51E6}" destId="{6C142579-A225-4225-979A-FAA605D4E8E4}" srcOrd="2" destOrd="0" presId="urn:microsoft.com/office/officeart/2005/8/layout/hProcess7"/>
    <dgm:cxn modelId="{A155C224-9E41-4803-9B3B-012E45E5335A}" type="presParOf" srcId="{C03C862A-0CD0-4332-87B6-564116F6614A}" destId="{111FF017-C538-4E0F-BCD6-87DA56C709CB}" srcOrd="1" destOrd="0" presId="urn:microsoft.com/office/officeart/2005/8/layout/hProcess7"/>
    <dgm:cxn modelId="{AA963FB4-118E-4602-AD52-9D6ADA9918E8}" type="presParOf" srcId="{C03C862A-0CD0-4332-87B6-564116F6614A}" destId="{70211659-FEB0-42AE-B8AF-F43AB49C2F10}" srcOrd="2" destOrd="0" presId="urn:microsoft.com/office/officeart/2005/8/layout/hProcess7"/>
    <dgm:cxn modelId="{CA3E6879-C3A1-49BD-9185-A95635BA81D4}" type="presParOf" srcId="{70211659-FEB0-42AE-B8AF-F43AB49C2F10}" destId="{488DB08A-6F6F-4DEF-9D0C-996494375A27}" srcOrd="0" destOrd="0" presId="urn:microsoft.com/office/officeart/2005/8/layout/hProcess7"/>
    <dgm:cxn modelId="{808A2C08-ADE2-4D2E-BBB2-9E14D3F29510}" type="presParOf" srcId="{70211659-FEB0-42AE-B8AF-F43AB49C2F10}" destId="{F5F8C0F9-D481-42B4-8A7E-46F495C561E7}" srcOrd="1" destOrd="0" presId="urn:microsoft.com/office/officeart/2005/8/layout/hProcess7"/>
    <dgm:cxn modelId="{7D932D0B-9EB9-46FE-A79D-876803385F63}" type="presParOf" srcId="{70211659-FEB0-42AE-B8AF-F43AB49C2F10}" destId="{7E26BA97-2F53-4CB4-B03C-D913380FBEF4}" srcOrd="2" destOrd="0" presId="urn:microsoft.com/office/officeart/2005/8/layout/hProcess7"/>
    <dgm:cxn modelId="{3C33ABAD-60D6-4A89-92A7-30F637AF2A81}" type="presParOf" srcId="{C03C862A-0CD0-4332-87B6-564116F6614A}" destId="{96E56033-18D3-4EBF-8061-1CAFCAF5E0B0}" srcOrd="3" destOrd="0" presId="urn:microsoft.com/office/officeart/2005/8/layout/hProcess7"/>
    <dgm:cxn modelId="{727C3D4C-8617-4044-A0CB-E87DFD5CEA8F}" type="presParOf" srcId="{C03C862A-0CD0-4332-87B6-564116F6614A}" destId="{25F642E6-BC0F-4773-B4E0-C17D860CF787}" srcOrd="4" destOrd="0" presId="urn:microsoft.com/office/officeart/2005/8/layout/hProcess7"/>
    <dgm:cxn modelId="{50D0D590-435D-4A80-BA3F-77FEF09CDE0C}" type="presParOf" srcId="{25F642E6-BC0F-4773-B4E0-C17D860CF787}" destId="{890E00F7-8100-41AB-AFDA-0485ADDE88D0}" srcOrd="0" destOrd="0" presId="urn:microsoft.com/office/officeart/2005/8/layout/hProcess7"/>
    <dgm:cxn modelId="{97E67D63-6760-4331-AA4B-834930A38066}" type="presParOf" srcId="{25F642E6-BC0F-4773-B4E0-C17D860CF787}" destId="{64D5A8B0-C782-499F-8639-90AD60FE028D}" srcOrd="1" destOrd="0" presId="urn:microsoft.com/office/officeart/2005/8/layout/hProcess7"/>
    <dgm:cxn modelId="{B953852B-2E17-423B-A853-7369FDF57C29}" type="presParOf" srcId="{25F642E6-BC0F-4773-B4E0-C17D860CF787}" destId="{157C8837-323E-44B0-83F4-11065CF236AB}" srcOrd="2" destOrd="0" presId="urn:microsoft.com/office/officeart/2005/8/layout/hProcess7"/>
    <dgm:cxn modelId="{96A9B9DE-97BF-4080-97FC-1F0753993A9F}" type="presParOf" srcId="{C03C862A-0CD0-4332-87B6-564116F6614A}" destId="{BEB0C4B6-850A-4EA2-903C-AD83CC584661}" srcOrd="5" destOrd="0" presId="urn:microsoft.com/office/officeart/2005/8/layout/hProcess7"/>
    <dgm:cxn modelId="{A8C7F4E8-DCC7-4ED0-A82F-DAA5D28AEE64}" type="presParOf" srcId="{C03C862A-0CD0-4332-87B6-564116F6614A}" destId="{AB0D4643-3BE2-43F9-8E25-A8A539F558F2}" srcOrd="6" destOrd="0" presId="urn:microsoft.com/office/officeart/2005/8/layout/hProcess7"/>
    <dgm:cxn modelId="{EAFF9EA0-F1E1-4F81-96F3-95AC18DAAFA2}" type="presParOf" srcId="{AB0D4643-3BE2-43F9-8E25-A8A539F558F2}" destId="{871AFA06-9D79-46FA-947A-A5E6E690A14E}" srcOrd="0" destOrd="0" presId="urn:microsoft.com/office/officeart/2005/8/layout/hProcess7"/>
    <dgm:cxn modelId="{A511FEE9-7CDE-41F5-82A1-EFA519A7B07F}" type="presParOf" srcId="{AB0D4643-3BE2-43F9-8E25-A8A539F558F2}" destId="{617FC347-28C8-489E-8F83-6B91DB4BC825}" srcOrd="1" destOrd="0" presId="urn:microsoft.com/office/officeart/2005/8/layout/hProcess7"/>
    <dgm:cxn modelId="{23BBC9EA-0C0F-4950-A1E2-3E866F734864}" type="presParOf" srcId="{AB0D4643-3BE2-43F9-8E25-A8A539F558F2}" destId="{8F70D381-ECFB-4994-9882-0330CC964BEE}" srcOrd="2" destOrd="0" presId="urn:microsoft.com/office/officeart/2005/8/layout/hProcess7"/>
    <dgm:cxn modelId="{30432EBF-BE7D-45C6-A225-6205D3F9C4A1}" type="presParOf" srcId="{C03C862A-0CD0-4332-87B6-564116F6614A}" destId="{33AA9A55-4D5B-4CDF-9421-9E94A83C0CB9}" srcOrd="7" destOrd="0" presId="urn:microsoft.com/office/officeart/2005/8/layout/hProcess7"/>
    <dgm:cxn modelId="{3E44E84D-F151-42DE-A13A-56C5A406B156}" type="presParOf" srcId="{C03C862A-0CD0-4332-87B6-564116F6614A}" destId="{CEFFDDC5-F3FD-4BEC-9772-A16F3691DF06}" srcOrd="8" destOrd="0" presId="urn:microsoft.com/office/officeart/2005/8/layout/hProcess7"/>
    <dgm:cxn modelId="{CB88533C-FB01-4857-A7B5-BBB38115D727}" type="presParOf" srcId="{CEFFDDC5-F3FD-4BEC-9772-A16F3691DF06}" destId="{8AD4BC32-D0CA-49B6-9C46-27A5F0F8F43E}" srcOrd="0" destOrd="0" presId="urn:microsoft.com/office/officeart/2005/8/layout/hProcess7"/>
    <dgm:cxn modelId="{0EBFE80A-C7B3-4480-A16E-A685587DF41F}" type="presParOf" srcId="{CEFFDDC5-F3FD-4BEC-9772-A16F3691DF06}" destId="{B8664A91-3597-4E86-9C40-B537C9F3D1ED}" srcOrd="1" destOrd="0" presId="urn:microsoft.com/office/officeart/2005/8/layout/hProcess7"/>
    <dgm:cxn modelId="{84BDE5E3-09D9-4D96-A7EB-F42DC88A4036}" type="presParOf" srcId="{CEFFDDC5-F3FD-4BEC-9772-A16F3691DF06}" destId="{AB3238E6-023B-43DB-B3C6-3A88C753A43C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27619BC-2381-400F-AF7A-737C5571F62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7B2BA7A-30DD-4462-BBB6-50DD99AB101C}">
      <dgm:prSet phldrT="[Texto]" custT="1"/>
      <dgm:spPr/>
      <dgm:t>
        <a:bodyPr/>
        <a:lstStyle/>
        <a:p>
          <a:r>
            <a:rPr lang="pt-BR" sz="3200" dirty="0" smtClean="0"/>
            <a:t>REGULADORES</a:t>
          </a:r>
          <a:endParaRPr lang="pt-BR" sz="3200" dirty="0"/>
        </a:p>
      </dgm:t>
    </dgm:pt>
    <dgm:pt modelId="{AB39ABD6-D6A9-4BF5-B31F-9491E01BE05B}" type="parTrans" cxnId="{A10E3FEF-4560-4E3F-904F-F1B95C806048}">
      <dgm:prSet/>
      <dgm:spPr/>
      <dgm:t>
        <a:bodyPr/>
        <a:lstStyle/>
        <a:p>
          <a:endParaRPr lang="pt-BR"/>
        </a:p>
      </dgm:t>
    </dgm:pt>
    <dgm:pt modelId="{8C7F7DD0-2A09-4809-BB8F-2C2250C4B3AE}" type="sibTrans" cxnId="{A10E3FEF-4560-4E3F-904F-F1B95C806048}">
      <dgm:prSet/>
      <dgm:spPr/>
      <dgm:t>
        <a:bodyPr/>
        <a:lstStyle/>
        <a:p>
          <a:endParaRPr lang="pt-BR"/>
        </a:p>
      </dgm:t>
    </dgm:pt>
    <dgm:pt modelId="{15BE210A-AD67-47BD-B907-E90DD7380BA3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Legislação aplicável (CF88)</a:t>
          </a:r>
          <a:endParaRPr lang="pt-BR" dirty="0"/>
        </a:p>
      </dgm:t>
    </dgm:pt>
    <dgm:pt modelId="{88E847A3-E312-4E29-AC76-733E5386B7DF}" type="parTrans" cxnId="{7012F258-A85D-4345-8CC4-28774EE2941F}">
      <dgm:prSet/>
      <dgm:spPr/>
      <dgm:t>
        <a:bodyPr/>
        <a:lstStyle/>
        <a:p>
          <a:endParaRPr lang="pt-BR"/>
        </a:p>
      </dgm:t>
    </dgm:pt>
    <dgm:pt modelId="{084A4BAE-E72F-4C14-9297-9218D5FBDE0D}" type="sibTrans" cxnId="{7012F258-A85D-4345-8CC4-28774EE2941F}">
      <dgm:prSet/>
      <dgm:spPr/>
      <dgm:t>
        <a:bodyPr/>
        <a:lstStyle/>
        <a:p>
          <a:endParaRPr lang="pt-BR"/>
        </a:p>
      </dgm:t>
    </dgm:pt>
    <dgm:pt modelId="{34CEF098-DE12-41D5-AC8C-4356A471ACDB}">
      <dgm:prSet phldrT="[Texto]" custT="1"/>
      <dgm:spPr/>
      <dgm:t>
        <a:bodyPr/>
        <a:lstStyle/>
        <a:p>
          <a:r>
            <a:rPr lang="pt-BR" sz="3200" dirty="0" smtClean="0"/>
            <a:t>RECURSOS</a:t>
          </a:r>
          <a:endParaRPr lang="pt-BR" sz="3200" dirty="0"/>
        </a:p>
      </dgm:t>
    </dgm:pt>
    <dgm:pt modelId="{31BFABB0-E139-462C-8081-CF2FBBC383A9}" type="parTrans" cxnId="{A20B1A17-B904-4C77-A07D-1F94E6B5E2D0}">
      <dgm:prSet/>
      <dgm:spPr/>
      <dgm:t>
        <a:bodyPr/>
        <a:lstStyle/>
        <a:p>
          <a:endParaRPr lang="pt-BR"/>
        </a:p>
      </dgm:t>
    </dgm:pt>
    <dgm:pt modelId="{1B844417-1C99-4F01-827D-1070BE2540CC}" type="sibTrans" cxnId="{A20B1A17-B904-4C77-A07D-1F94E6B5E2D0}">
      <dgm:prSet/>
      <dgm:spPr/>
      <dgm:t>
        <a:bodyPr/>
        <a:lstStyle/>
        <a:p>
          <a:endParaRPr lang="pt-BR"/>
        </a:p>
      </dgm:t>
    </dgm:pt>
    <dgm:pt modelId="{7961CF38-8162-4CCF-9FCE-434D824CAB57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Equipe de trabalho</a:t>
          </a:r>
          <a:endParaRPr lang="pt-BR" dirty="0"/>
        </a:p>
      </dgm:t>
    </dgm:pt>
    <dgm:pt modelId="{7DA4C5EF-7C22-4CDA-B88D-98DE0FAC9072}" type="parTrans" cxnId="{5461922F-BAD1-4955-8E72-9898D911CBF6}">
      <dgm:prSet/>
      <dgm:spPr/>
      <dgm:t>
        <a:bodyPr/>
        <a:lstStyle/>
        <a:p>
          <a:endParaRPr lang="pt-BR"/>
        </a:p>
      </dgm:t>
    </dgm:pt>
    <dgm:pt modelId="{C0DE7137-2F04-4135-BE88-B059BC8A0AB8}" type="sibTrans" cxnId="{5461922F-BAD1-4955-8E72-9898D911CBF6}">
      <dgm:prSet/>
      <dgm:spPr/>
      <dgm:t>
        <a:bodyPr/>
        <a:lstStyle/>
        <a:p>
          <a:endParaRPr lang="pt-BR"/>
        </a:p>
      </dgm:t>
    </dgm:pt>
    <dgm:pt modelId="{20CFA343-D470-4238-9F84-B51D565B00C4}">
      <dgm:prSet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Normas e padrões de auditoria (IIA, TCU)</a:t>
          </a:r>
          <a:endParaRPr lang="pt-BR" dirty="0">
            <a:solidFill>
              <a:srgbClr val="000000"/>
            </a:solidFill>
          </a:endParaRPr>
        </a:p>
      </dgm:t>
    </dgm:pt>
    <dgm:pt modelId="{539DA41F-0E67-485F-A518-8C57D56E0D81}" type="parTrans" cxnId="{B59A18B2-F696-472E-964E-E310D5083195}">
      <dgm:prSet/>
      <dgm:spPr/>
      <dgm:t>
        <a:bodyPr/>
        <a:lstStyle/>
        <a:p>
          <a:endParaRPr lang="pt-BR"/>
        </a:p>
      </dgm:t>
    </dgm:pt>
    <dgm:pt modelId="{FB7ABBB9-8794-4AE2-A200-07F7702F5693}" type="sibTrans" cxnId="{B59A18B2-F696-472E-964E-E310D5083195}">
      <dgm:prSet/>
      <dgm:spPr/>
      <dgm:t>
        <a:bodyPr/>
        <a:lstStyle/>
        <a:p>
          <a:endParaRPr lang="pt-BR"/>
        </a:p>
      </dgm:t>
    </dgm:pt>
    <dgm:pt modelId="{A891E27F-8472-43BF-983F-55AEA35E0011}">
      <dgm:prSet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Boas práticas da atividade de auditoria (</a:t>
          </a:r>
          <a:r>
            <a:rPr lang="pt-BR" dirty="0" err="1" smtClean="0">
              <a:solidFill>
                <a:srgbClr val="000000"/>
              </a:solidFill>
            </a:rPr>
            <a:t>Intosai</a:t>
          </a:r>
          <a:r>
            <a:rPr lang="pt-BR" dirty="0" smtClean="0">
              <a:solidFill>
                <a:srgbClr val="000000"/>
              </a:solidFill>
            </a:rPr>
            <a:t>, Coso, </a:t>
          </a:r>
          <a:r>
            <a:rPr lang="pt-BR" dirty="0" err="1" smtClean="0">
              <a:solidFill>
                <a:srgbClr val="000000"/>
              </a:solidFill>
            </a:rPr>
            <a:t>Cobit</a:t>
          </a:r>
          <a:r>
            <a:rPr lang="pt-BR" dirty="0" smtClean="0">
              <a:solidFill>
                <a:srgbClr val="000000"/>
              </a:solidFill>
            </a:rPr>
            <a:t>, CFC, CGU, ISO, ABNT)</a:t>
          </a:r>
          <a:endParaRPr lang="pt-BR" dirty="0">
            <a:solidFill>
              <a:srgbClr val="000000"/>
            </a:solidFill>
          </a:endParaRPr>
        </a:p>
      </dgm:t>
    </dgm:pt>
    <dgm:pt modelId="{420C54F2-E290-4F5E-8BFC-BA9B03562B35}" type="parTrans" cxnId="{67CCA7AA-E7E8-489F-BC40-89716572D604}">
      <dgm:prSet/>
      <dgm:spPr/>
      <dgm:t>
        <a:bodyPr/>
        <a:lstStyle/>
        <a:p>
          <a:endParaRPr lang="pt-BR"/>
        </a:p>
      </dgm:t>
    </dgm:pt>
    <dgm:pt modelId="{260B327B-D927-435C-A5D2-71640CA1109A}" type="sibTrans" cxnId="{67CCA7AA-E7E8-489F-BC40-89716572D604}">
      <dgm:prSet/>
      <dgm:spPr/>
      <dgm:t>
        <a:bodyPr/>
        <a:lstStyle/>
        <a:p>
          <a:endParaRPr lang="pt-BR"/>
        </a:p>
      </dgm:t>
    </dgm:pt>
    <dgm:pt modelId="{5345B0CD-896E-4693-BDFC-E1F44E0CB3AA}">
      <dgm:prSet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Estatuto de Controle Interno </a:t>
          </a:r>
          <a:endParaRPr lang="pt-BR" dirty="0">
            <a:solidFill>
              <a:srgbClr val="000000"/>
            </a:solidFill>
          </a:endParaRPr>
        </a:p>
      </dgm:t>
    </dgm:pt>
    <dgm:pt modelId="{79D3009E-B056-4A64-9276-7F8CC3FBDE3A}" type="parTrans" cxnId="{4CFC11D6-ED94-4432-80AC-E5CDFA5EE89D}">
      <dgm:prSet/>
      <dgm:spPr/>
      <dgm:t>
        <a:bodyPr/>
        <a:lstStyle/>
        <a:p>
          <a:endParaRPr lang="pt-BR"/>
        </a:p>
      </dgm:t>
    </dgm:pt>
    <dgm:pt modelId="{4F4E8B63-6812-404F-ACB9-8D0D0B118EF7}" type="sibTrans" cxnId="{4CFC11D6-ED94-4432-80AC-E5CDFA5EE89D}">
      <dgm:prSet/>
      <dgm:spPr/>
      <dgm:t>
        <a:bodyPr/>
        <a:lstStyle/>
        <a:p>
          <a:endParaRPr lang="pt-BR"/>
        </a:p>
      </dgm:t>
    </dgm:pt>
    <dgm:pt modelId="{BE74E841-BC6F-4BDB-B7B0-FF7767B4B9F7}">
      <dgm:prSet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Manual e roteiro de auditoria da Secin</a:t>
          </a:r>
          <a:endParaRPr lang="pt-BR" dirty="0">
            <a:solidFill>
              <a:srgbClr val="000000"/>
            </a:solidFill>
          </a:endParaRPr>
        </a:p>
      </dgm:t>
    </dgm:pt>
    <dgm:pt modelId="{7FFAE668-078B-4B78-B000-2A5A7D7881B2}" type="parTrans" cxnId="{65D6C8BE-18E9-41D6-BFA3-FD506AED4322}">
      <dgm:prSet/>
      <dgm:spPr/>
      <dgm:t>
        <a:bodyPr/>
        <a:lstStyle/>
        <a:p>
          <a:endParaRPr lang="pt-BR"/>
        </a:p>
      </dgm:t>
    </dgm:pt>
    <dgm:pt modelId="{0E2325F7-E00B-483C-8934-E0D78B88B076}" type="sibTrans" cxnId="{65D6C8BE-18E9-41D6-BFA3-FD506AED4322}">
      <dgm:prSet/>
      <dgm:spPr/>
      <dgm:t>
        <a:bodyPr/>
        <a:lstStyle/>
        <a:p>
          <a:endParaRPr lang="pt-BR"/>
        </a:p>
      </dgm:t>
    </dgm:pt>
    <dgm:pt modelId="{89741E27-8BA0-48D0-8227-AF3FC6BE96D0}">
      <dgm:prSet/>
      <dgm:spPr/>
      <dgm:t>
        <a:bodyPr/>
        <a:lstStyle/>
        <a:p>
          <a:r>
            <a:rPr lang="pt-BR" dirty="0" err="1" smtClean="0">
              <a:solidFill>
                <a:srgbClr val="000000"/>
              </a:solidFill>
            </a:rPr>
            <a:t>Sicoi</a:t>
          </a:r>
          <a:endParaRPr lang="pt-BR" dirty="0" smtClean="0">
            <a:solidFill>
              <a:srgbClr val="000000"/>
            </a:solidFill>
          </a:endParaRPr>
        </a:p>
      </dgm:t>
    </dgm:pt>
    <dgm:pt modelId="{0AD37B96-B2EA-4DB5-98B1-92DFB8097EC8}" type="parTrans" cxnId="{B00EABBC-8D7F-483D-B202-5BC9ECB812DE}">
      <dgm:prSet/>
      <dgm:spPr/>
      <dgm:t>
        <a:bodyPr/>
        <a:lstStyle/>
        <a:p>
          <a:endParaRPr lang="pt-BR"/>
        </a:p>
      </dgm:t>
    </dgm:pt>
    <dgm:pt modelId="{6F54033C-E8E9-40DB-9187-F06CEDBA18F3}" type="sibTrans" cxnId="{B00EABBC-8D7F-483D-B202-5BC9ECB812DE}">
      <dgm:prSet/>
      <dgm:spPr/>
      <dgm:t>
        <a:bodyPr/>
        <a:lstStyle/>
        <a:p>
          <a:endParaRPr lang="pt-BR"/>
        </a:p>
      </dgm:t>
    </dgm:pt>
    <dgm:pt modelId="{A2BEC10E-B986-4CEF-95DE-76DE2135E134}">
      <dgm:prSet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Ferramentas de TIC</a:t>
          </a:r>
          <a:endParaRPr lang="pt-BR" dirty="0">
            <a:solidFill>
              <a:srgbClr val="000000"/>
            </a:solidFill>
          </a:endParaRPr>
        </a:p>
      </dgm:t>
    </dgm:pt>
    <dgm:pt modelId="{D4DB69BC-9D70-4104-914B-98ABF849D3F3}" type="parTrans" cxnId="{14CBF43B-66C8-4EDF-8F02-8E611C7EB857}">
      <dgm:prSet/>
      <dgm:spPr/>
      <dgm:t>
        <a:bodyPr/>
        <a:lstStyle/>
        <a:p>
          <a:endParaRPr lang="pt-BR"/>
        </a:p>
      </dgm:t>
    </dgm:pt>
    <dgm:pt modelId="{024E1059-C176-4AD8-BB06-F523B1F31360}" type="sibTrans" cxnId="{14CBF43B-66C8-4EDF-8F02-8E611C7EB857}">
      <dgm:prSet/>
      <dgm:spPr/>
      <dgm:t>
        <a:bodyPr/>
        <a:lstStyle/>
        <a:p>
          <a:endParaRPr lang="pt-BR"/>
        </a:p>
      </dgm:t>
    </dgm:pt>
    <dgm:pt modelId="{8C0D63DA-E4C1-460B-8FBD-5F9B07A0D48B}">
      <dgm:prSet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Bibliotecas de auditoria (ações de controle, riscos e controles, programas de auditoria) </a:t>
          </a:r>
        </a:p>
      </dgm:t>
    </dgm:pt>
    <dgm:pt modelId="{F682F98D-1DB0-4911-BC8D-C7C8F53EA0E0}" type="parTrans" cxnId="{C7AD7515-7622-4622-972B-289B0CCED5F9}">
      <dgm:prSet/>
      <dgm:spPr/>
      <dgm:t>
        <a:bodyPr/>
        <a:lstStyle/>
        <a:p>
          <a:endParaRPr lang="pt-BR"/>
        </a:p>
      </dgm:t>
    </dgm:pt>
    <dgm:pt modelId="{77909368-CE26-4871-BC21-A55BB0C29534}" type="sibTrans" cxnId="{C7AD7515-7622-4622-972B-289B0CCED5F9}">
      <dgm:prSet/>
      <dgm:spPr/>
      <dgm:t>
        <a:bodyPr/>
        <a:lstStyle/>
        <a:p>
          <a:endParaRPr lang="pt-BR"/>
        </a:p>
      </dgm:t>
    </dgm:pt>
    <dgm:pt modelId="{443AA3BD-42C6-404F-8168-0E5F77D57822}">
      <dgm:prSet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Sistemas transacionais (</a:t>
          </a:r>
          <a:r>
            <a:rPr lang="pt-BR" dirty="0" err="1" smtClean="0">
              <a:solidFill>
                <a:srgbClr val="000000"/>
              </a:solidFill>
            </a:rPr>
            <a:t>Siafi</a:t>
          </a:r>
          <a:r>
            <a:rPr lang="pt-BR" dirty="0" smtClean="0">
              <a:solidFill>
                <a:srgbClr val="000000"/>
              </a:solidFill>
            </a:rPr>
            <a:t>, Sigmas, </a:t>
          </a:r>
          <a:r>
            <a:rPr lang="pt-BR" dirty="0" err="1" smtClean="0">
              <a:solidFill>
                <a:srgbClr val="000000"/>
              </a:solidFill>
            </a:rPr>
            <a:t>Sigesp</a:t>
          </a:r>
          <a:r>
            <a:rPr lang="pt-BR" dirty="0" smtClean="0">
              <a:solidFill>
                <a:srgbClr val="000000"/>
              </a:solidFill>
            </a:rPr>
            <a:t>, </a:t>
          </a:r>
          <a:r>
            <a:rPr lang="pt-BR" dirty="0" err="1" smtClean="0">
              <a:solidFill>
                <a:srgbClr val="000000"/>
              </a:solidFill>
            </a:rPr>
            <a:t>Siorc</a:t>
          </a:r>
          <a:r>
            <a:rPr lang="pt-BR" dirty="0" smtClean="0">
              <a:solidFill>
                <a:srgbClr val="000000"/>
              </a:solidFill>
            </a:rPr>
            <a:t> e outros)</a:t>
          </a:r>
          <a:endParaRPr lang="pt-BR" dirty="0">
            <a:solidFill>
              <a:srgbClr val="000000"/>
            </a:solidFill>
          </a:endParaRPr>
        </a:p>
      </dgm:t>
    </dgm:pt>
    <dgm:pt modelId="{A71A7249-6FC9-4220-AF22-94BBA0F21414}" type="parTrans" cxnId="{48AE7238-F32B-4B8E-9C64-403A39255F6C}">
      <dgm:prSet/>
      <dgm:spPr/>
      <dgm:t>
        <a:bodyPr/>
        <a:lstStyle/>
        <a:p>
          <a:endParaRPr lang="pt-BR"/>
        </a:p>
      </dgm:t>
    </dgm:pt>
    <dgm:pt modelId="{0F9D3FB7-622A-415E-9959-778F9F65E411}" type="sibTrans" cxnId="{48AE7238-F32B-4B8E-9C64-403A39255F6C}">
      <dgm:prSet/>
      <dgm:spPr/>
      <dgm:t>
        <a:bodyPr/>
        <a:lstStyle/>
        <a:p>
          <a:endParaRPr lang="pt-BR"/>
        </a:p>
      </dgm:t>
    </dgm:pt>
    <dgm:pt modelId="{D1458236-B355-44F4-AF96-925328E91679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Especialista externo</a:t>
          </a:r>
          <a:endParaRPr lang="pt-BR" dirty="0">
            <a:solidFill>
              <a:srgbClr val="000000"/>
            </a:solidFill>
          </a:endParaRPr>
        </a:p>
      </dgm:t>
    </dgm:pt>
    <dgm:pt modelId="{43783E99-C4CD-4834-9964-22E681FE566C}" type="parTrans" cxnId="{B030F6AA-750B-48FB-ACE6-721E7A53A158}">
      <dgm:prSet/>
      <dgm:spPr/>
    </dgm:pt>
    <dgm:pt modelId="{11D5B899-DF4B-45C2-928C-BD3B918C4D2C}" type="sibTrans" cxnId="{B030F6AA-750B-48FB-ACE6-721E7A53A158}">
      <dgm:prSet/>
      <dgm:spPr/>
    </dgm:pt>
    <dgm:pt modelId="{9250597F-7E37-4754-96D4-F9A2F180E61B}" type="pres">
      <dgm:prSet presAssocID="{B27619BC-2381-400F-AF7A-737C5571F62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154F05B5-BEEF-41C6-A332-3809CDE6A2A3}" type="pres">
      <dgm:prSet presAssocID="{47B2BA7A-30DD-4462-BBB6-50DD99AB101C}" presName="composite" presStyleCnt="0"/>
      <dgm:spPr/>
    </dgm:pt>
    <dgm:pt modelId="{135C3714-27A3-4269-A960-471C666F1378}" type="pres">
      <dgm:prSet presAssocID="{47B2BA7A-30DD-4462-BBB6-50DD99AB101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EAC19A6-57DB-459F-8B15-5DAEF06CBCB2}" type="pres">
      <dgm:prSet presAssocID="{47B2BA7A-30DD-4462-BBB6-50DD99AB101C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30CCA33-F9B9-4C88-8F10-154C05CD6C92}" type="pres">
      <dgm:prSet presAssocID="{8C7F7DD0-2A09-4809-BB8F-2C2250C4B3AE}" presName="space" presStyleCnt="0"/>
      <dgm:spPr/>
    </dgm:pt>
    <dgm:pt modelId="{AEE1CC3A-F2AA-4F7F-9F9D-5FF6CCE7618A}" type="pres">
      <dgm:prSet presAssocID="{34CEF098-DE12-41D5-AC8C-4356A471ACDB}" presName="composite" presStyleCnt="0"/>
      <dgm:spPr/>
    </dgm:pt>
    <dgm:pt modelId="{0034ED23-F725-4472-BA2E-3779C0333D8D}" type="pres">
      <dgm:prSet presAssocID="{34CEF098-DE12-41D5-AC8C-4356A471ACD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039F8B9-7B5B-4323-AE39-092717E79B10}" type="pres">
      <dgm:prSet presAssocID="{34CEF098-DE12-41D5-AC8C-4356A471ACDB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67CCA7AA-E7E8-489F-BC40-89716572D604}" srcId="{47B2BA7A-30DD-4462-BBB6-50DD99AB101C}" destId="{A891E27F-8472-43BF-983F-55AEA35E0011}" srcOrd="2" destOrd="0" parTransId="{420C54F2-E290-4F5E-8BFC-BA9B03562B35}" sibTransId="{260B327B-D927-435C-A5D2-71640CA1109A}"/>
    <dgm:cxn modelId="{C7AD7515-7622-4622-972B-289B0CCED5F9}" srcId="{34CEF098-DE12-41D5-AC8C-4356A471ACDB}" destId="{8C0D63DA-E4C1-460B-8FBD-5F9B07A0D48B}" srcOrd="4" destOrd="0" parTransId="{F682F98D-1DB0-4911-BC8D-C7C8F53EA0E0}" sibTransId="{77909368-CE26-4871-BC21-A55BB0C29534}"/>
    <dgm:cxn modelId="{20968085-5AB3-4F52-B181-F456B2614DE7}" type="presOf" srcId="{7961CF38-8162-4CCF-9FCE-434D824CAB57}" destId="{0039F8B9-7B5B-4323-AE39-092717E79B10}" srcOrd="0" destOrd="0" presId="urn:microsoft.com/office/officeart/2005/8/layout/hList1"/>
    <dgm:cxn modelId="{B83B08E4-75EF-4EA8-801B-1C64B386BDD5}" type="presOf" srcId="{20CFA343-D470-4238-9F84-B51D565B00C4}" destId="{EEAC19A6-57DB-459F-8B15-5DAEF06CBCB2}" srcOrd="0" destOrd="1" presId="urn:microsoft.com/office/officeart/2005/8/layout/hList1"/>
    <dgm:cxn modelId="{688CD4E7-0923-45E6-8B2D-A056C306E061}" type="presOf" srcId="{443AA3BD-42C6-404F-8168-0E5F77D57822}" destId="{0039F8B9-7B5B-4323-AE39-092717E79B10}" srcOrd="0" destOrd="5" presId="urn:microsoft.com/office/officeart/2005/8/layout/hList1"/>
    <dgm:cxn modelId="{14CBF43B-66C8-4EDF-8F02-8E611C7EB857}" srcId="{34CEF098-DE12-41D5-AC8C-4356A471ACDB}" destId="{A2BEC10E-B986-4CEF-95DE-76DE2135E134}" srcOrd="3" destOrd="0" parTransId="{D4DB69BC-9D70-4104-914B-98ABF849D3F3}" sibTransId="{024E1059-C176-4AD8-BB06-F523B1F31360}"/>
    <dgm:cxn modelId="{372E2A5B-4253-4CBB-98E6-9AD02AB4F0FE}" type="presOf" srcId="{15BE210A-AD67-47BD-B907-E90DD7380BA3}" destId="{EEAC19A6-57DB-459F-8B15-5DAEF06CBCB2}" srcOrd="0" destOrd="0" presId="urn:microsoft.com/office/officeart/2005/8/layout/hList1"/>
    <dgm:cxn modelId="{A20B1A17-B904-4C77-A07D-1F94E6B5E2D0}" srcId="{B27619BC-2381-400F-AF7A-737C5571F62A}" destId="{34CEF098-DE12-41D5-AC8C-4356A471ACDB}" srcOrd="1" destOrd="0" parTransId="{31BFABB0-E139-462C-8081-CF2FBBC383A9}" sibTransId="{1B844417-1C99-4F01-827D-1070BE2540CC}"/>
    <dgm:cxn modelId="{65D6C8BE-18E9-41D6-BFA3-FD506AED4322}" srcId="{47B2BA7A-30DD-4462-BBB6-50DD99AB101C}" destId="{BE74E841-BC6F-4BDB-B7B0-FF7767B4B9F7}" srcOrd="4" destOrd="0" parTransId="{7FFAE668-078B-4B78-B000-2A5A7D7881B2}" sibTransId="{0E2325F7-E00B-483C-8934-E0D78B88B076}"/>
    <dgm:cxn modelId="{B030F6AA-750B-48FB-ACE6-721E7A53A158}" srcId="{34CEF098-DE12-41D5-AC8C-4356A471ACDB}" destId="{D1458236-B355-44F4-AF96-925328E91679}" srcOrd="1" destOrd="0" parTransId="{43783E99-C4CD-4834-9964-22E681FE566C}" sibTransId="{11D5B899-DF4B-45C2-928C-BD3B918C4D2C}"/>
    <dgm:cxn modelId="{C86FD0A5-EF9A-4C30-9980-86FF38685973}" type="presOf" srcId="{BE74E841-BC6F-4BDB-B7B0-FF7767B4B9F7}" destId="{EEAC19A6-57DB-459F-8B15-5DAEF06CBCB2}" srcOrd="0" destOrd="4" presId="urn:microsoft.com/office/officeart/2005/8/layout/hList1"/>
    <dgm:cxn modelId="{99750D6C-951E-4500-83DF-52B0DC0C62FC}" type="presOf" srcId="{A2BEC10E-B986-4CEF-95DE-76DE2135E134}" destId="{0039F8B9-7B5B-4323-AE39-092717E79B10}" srcOrd="0" destOrd="3" presId="urn:microsoft.com/office/officeart/2005/8/layout/hList1"/>
    <dgm:cxn modelId="{C1F39E00-224F-4D06-BCA6-364C9842A308}" type="presOf" srcId="{5345B0CD-896E-4693-BDFC-E1F44E0CB3AA}" destId="{EEAC19A6-57DB-459F-8B15-5DAEF06CBCB2}" srcOrd="0" destOrd="3" presId="urn:microsoft.com/office/officeart/2005/8/layout/hList1"/>
    <dgm:cxn modelId="{386E9D24-9734-4E0B-8658-5414D9516FE9}" type="presOf" srcId="{8C0D63DA-E4C1-460B-8FBD-5F9B07A0D48B}" destId="{0039F8B9-7B5B-4323-AE39-092717E79B10}" srcOrd="0" destOrd="4" presId="urn:microsoft.com/office/officeart/2005/8/layout/hList1"/>
    <dgm:cxn modelId="{4CFC11D6-ED94-4432-80AC-E5CDFA5EE89D}" srcId="{47B2BA7A-30DD-4462-BBB6-50DD99AB101C}" destId="{5345B0CD-896E-4693-BDFC-E1F44E0CB3AA}" srcOrd="3" destOrd="0" parTransId="{79D3009E-B056-4A64-9276-7F8CC3FBDE3A}" sibTransId="{4F4E8B63-6812-404F-ACB9-8D0D0B118EF7}"/>
    <dgm:cxn modelId="{10C3A95E-70E5-4D0A-B018-4D71950A93F8}" type="presOf" srcId="{34CEF098-DE12-41D5-AC8C-4356A471ACDB}" destId="{0034ED23-F725-4472-BA2E-3779C0333D8D}" srcOrd="0" destOrd="0" presId="urn:microsoft.com/office/officeart/2005/8/layout/hList1"/>
    <dgm:cxn modelId="{74020E17-EA8E-499E-97BC-A1673518FF0E}" type="presOf" srcId="{D1458236-B355-44F4-AF96-925328E91679}" destId="{0039F8B9-7B5B-4323-AE39-092717E79B10}" srcOrd="0" destOrd="1" presId="urn:microsoft.com/office/officeart/2005/8/layout/hList1"/>
    <dgm:cxn modelId="{7012F258-A85D-4345-8CC4-28774EE2941F}" srcId="{47B2BA7A-30DD-4462-BBB6-50DD99AB101C}" destId="{15BE210A-AD67-47BD-B907-E90DD7380BA3}" srcOrd="0" destOrd="0" parTransId="{88E847A3-E312-4E29-AC76-733E5386B7DF}" sibTransId="{084A4BAE-E72F-4C14-9297-9218D5FBDE0D}"/>
    <dgm:cxn modelId="{0ABD0258-9DAF-4402-A870-1A79C72034F1}" type="presOf" srcId="{47B2BA7A-30DD-4462-BBB6-50DD99AB101C}" destId="{135C3714-27A3-4269-A960-471C666F1378}" srcOrd="0" destOrd="0" presId="urn:microsoft.com/office/officeart/2005/8/layout/hList1"/>
    <dgm:cxn modelId="{B59A18B2-F696-472E-964E-E310D5083195}" srcId="{47B2BA7A-30DD-4462-BBB6-50DD99AB101C}" destId="{20CFA343-D470-4238-9F84-B51D565B00C4}" srcOrd="1" destOrd="0" parTransId="{539DA41F-0E67-485F-A518-8C57D56E0D81}" sibTransId="{FB7ABBB9-8794-4AE2-A200-07F7702F5693}"/>
    <dgm:cxn modelId="{5461922F-BAD1-4955-8E72-9898D911CBF6}" srcId="{34CEF098-DE12-41D5-AC8C-4356A471ACDB}" destId="{7961CF38-8162-4CCF-9FCE-434D824CAB57}" srcOrd="0" destOrd="0" parTransId="{7DA4C5EF-7C22-4CDA-B88D-98DE0FAC9072}" sibTransId="{C0DE7137-2F04-4135-BE88-B059BC8A0AB8}"/>
    <dgm:cxn modelId="{48AE7238-F32B-4B8E-9C64-403A39255F6C}" srcId="{34CEF098-DE12-41D5-AC8C-4356A471ACDB}" destId="{443AA3BD-42C6-404F-8168-0E5F77D57822}" srcOrd="5" destOrd="0" parTransId="{A71A7249-6FC9-4220-AF22-94BBA0F21414}" sibTransId="{0F9D3FB7-622A-415E-9959-778F9F65E411}"/>
    <dgm:cxn modelId="{62513885-3DAB-4DD8-98AC-5CA3E860AE62}" type="presOf" srcId="{89741E27-8BA0-48D0-8227-AF3FC6BE96D0}" destId="{0039F8B9-7B5B-4323-AE39-092717E79B10}" srcOrd="0" destOrd="2" presId="urn:microsoft.com/office/officeart/2005/8/layout/hList1"/>
    <dgm:cxn modelId="{5D37EA28-75ED-498F-81E6-B3D0C5490B20}" type="presOf" srcId="{B27619BC-2381-400F-AF7A-737C5571F62A}" destId="{9250597F-7E37-4754-96D4-F9A2F180E61B}" srcOrd="0" destOrd="0" presId="urn:microsoft.com/office/officeart/2005/8/layout/hList1"/>
    <dgm:cxn modelId="{2411A116-057B-4FFF-92A3-E26510958DF0}" type="presOf" srcId="{A891E27F-8472-43BF-983F-55AEA35E0011}" destId="{EEAC19A6-57DB-459F-8B15-5DAEF06CBCB2}" srcOrd="0" destOrd="2" presId="urn:microsoft.com/office/officeart/2005/8/layout/hList1"/>
    <dgm:cxn modelId="{A10E3FEF-4560-4E3F-904F-F1B95C806048}" srcId="{B27619BC-2381-400F-AF7A-737C5571F62A}" destId="{47B2BA7A-30DD-4462-BBB6-50DD99AB101C}" srcOrd="0" destOrd="0" parTransId="{AB39ABD6-D6A9-4BF5-B31F-9491E01BE05B}" sibTransId="{8C7F7DD0-2A09-4809-BB8F-2C2250C4B3AE}"/>
    <dgm:cxn modelId="{B00EABBC-8D7F-483D-B202-5BC9ECB812DE}" srcId="{34CEF098-DE12-41D5-AC8C-4356A471ACDB}" destId="{89741E27-8BA0-48D0-8227-AF3FC6BE96D0}" srcOrd="2" destOrd="0" parTransId="{0AD37B96-B2EA-4DB5-98B1-92DFB8097EC8}" sibTransId="{6F54033C-E8E9-40DB-9187-F06CEDBA18F3}"/>
    <dgm:cxn modelId="{3B3C900B-1D6F-4730-9FF8-099D17210D05}" type="presParOf" srcId="{9250597F-7E37-4754-96D4-F9A2F180E61B}" destId="{154F05B5-BEEF-41C6-A332-3809CDE6A2A3}" srcOrd="0" destOrd="0" presId="urn:microsoft.com/office/officeart/2005/8/layout/hList1"/>
    <dgm:cxn modelId="{2D280D0F-8A1E-417E-81F8-99798EF45606}" type="presParOf" srcId="{154F05B5-BEEF-41C6-A332-3809CDE6A2A3}" destId="{135C3714-27A3-4269-A960-471C666F1378}" srcOrd="0" destOrd="0" presId="urn:microsoft.com/office/officeart/2005/8/layout/hList1"/>
    <dgm:cxn modelId="{F1BE9CA6-A832-4665-B6BC-41B630E92EED}" type="presParOf" srcId="{154F05B5-BEEF-41C6-A332-3809CDE6A2A3}" destId="{EEAC19A6-57DB-459F-8B15-5DAEF06CBCB2}" srcOrd="1" destOrd="0" presId="urn:microsoft.com/office/officeart/2005/8/layout/hList1"/>
    <dgm:cxn modelId="{179A3404-978B-45CA-B0B4-86C887068771}" type="presParOf" srcId="{9250597F-7E37-4754-96D4-F9A2F180E61B}" destId="{E30CCA33-F9B9-4C88-8F10-154C05CD6C92}" srcOrd="1" destOrd="0" presId="urn:microsoft.com/office/officeart/2005/8/layout/hList1"/>
    <dgm:cxn modelId="{92601200-F0EE-4B69-BC05-29FCBD90097E}" type="presParOf" srcId="{9250597F-7E37-4754-96D4-F9A2F180E61B}" destId="{AEE1CC3A-F2AA-4F7F-9F9D-5FF6CCE7618A}" srcOrd="2" destOrd="0" presId="urn:microsoft.com/office/officeart/2005/8/layout/hList1"/>
    <dgm:cxn modelId="{A6B1E884-1CFD-4F5A-8ADB-44762D5D6E3D}" type="presParOf" srcId="{AEE1CC3A-F2AA-4F7F-9F9D-5FF6CCE7618A}" destId="{0034ED23-F725-4472-BA2E-3779C0333D8D}" srcOrd="0" destOrd="0" presId="urn:microsoft.com/office/officeart/2005/8/layout/hList1"/>
    <dgm:cxn modelId="{91220079-0C9F-496D-B64F-1E1766DE7982}" type="presParOf" srcId="{AEE1CC3A-F2AA-4F7F-9F9D-5FF6CCE7618A}" destId="{0039F8B9-7B5B-4323-AE39-092717E79B1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27619BC-2381-400F-AF7A-737C5571F62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7B2BA7A-30DD-4462-BBB6-50DD99AB101C}">
      <dgm:prSet phldrT="[Texto]" custT="1"/>
      <dgm:spPr/>
      <dgm:t>
        <a:bodyPr/>
        <a:lstStyle/>
        <a:p>
          <a:r>
            <a:rPr lang="pt-BR" sz="3200" dirty="0" smtClean="0"/>
            <a:t>ENTRADAS</a:t>
          </a:r>
          <a:endParaRPr lang="pt-BR" sz="3200" dirty="0"/>
        </a:p>
      </dgm:t>
    </dgm:pt>
    <dgm:pt modelId="{AB39ABD6-D6A9-4BF5-B31F-9491E01BE05B}" type="parTrans" cxnId="{A10E3FEF-4560-4E3F-904F-F1B95C806048}">
      <dgm:prSet/>
      <dgm:spPr/>
      <dgm:t>
        <a:bodyPr/>
        <a:lstStyle/>
        <a:p>
          <a:endParaRPr lang="pt-BR"/>
        </a:p>
      </dgm:t>
    </dgm:pt>
    <dgm:pt modelId="{8C7F7DD0-2A09-4809-BB8F-2C2250C4B3AE}" type="sibTrans" cxnId="{A10E3FEF-4560-4E3F-904F-F1B95C806048}">
      <dgm:prSet/>
      <dgm:spPr/>
      <dgm:t>
        <a:bodyPr/>
        <a:lstStyle/>
        <a:p>
          <a:endParaRPr lang="pt-BR"/>
        </a:p>
      </dgm:t>
    </dgm:pt>
    <dgm:pt modelId="{15BE210A-AD67-47BD-B907-E90DD7380BA3}">
      <dgm:prSet phldrT="[Texto]"/>
      <dgm:spPr/>
      <dgm:t>
        <a:bodyPr/>
        <a:lstStyle/>
        <a:p>
          <a:r>
            <a:rPr lang="pt-BR" dirty="0" smtClean="0"/>
            <a:t>Cronograma de auditoria</a:t>
          </a:r>
          <a:endParaRPr lang="pt-BR" dirty="0"/>
        </a:p>
      </dgm:t>
    </dgm:pt>
    <dgm:pt modelId="{88E847A3-E312-4E29-AC76-733E5386B7DF}" type="parTrans" cxnId="{7012F258-A85D-4345-8CC4-28774EE2941F}">
      <dgm:prSet/>
      <dgm:spPr/>
      <dgm:t>
        <a:bodyPr/>
        <a:lstStyle/>
        <a:p>
          <a:endParaRPr lang="pt-BR"/>
        </a:p>
      </dgm:t>
    </dgm:pt>
    <dgm:pt modelId="{084A4BAE-E72F-4C14-9297-9218D5FBDE0D}" type="sibTrans" cxnId="{7012F258-A85D-4345-8CC4-28774EE2941F}">
      <dgm:prSet/>
      <dgm:spPr/>
      <dgm:t>
        <a:bodyPr/>
        <a:lstStyle/>
        <a:p>
          <a:endParaRPr lang="pt-BR"/>
        </a:p>
      </dgm:t>
    </dgm:pt>
    <dgm:pt modelId="{34CEF098-DE12-41D5-AC8C-4356A471ACDB}">
      <dgm:prSet phldrT="[Texto]" custT="1"/>
      <dgm:spPr/>
      <dgm:t>
        <a:bodyPr/>
        <a:lstStyle/>
        <a:p>
          <a:r>
            <a:rPr lang="pt-BR" sz="3200" dirty="0" smtClean="0"/>
            <a:t>ATIVIDADES</a:t>
          </a:r>
          <a:endParaRPr lang="pt-BR" sz="3200" dirty="0"/>
        </a:p>
      </dgm:t>
    </dgm:pt>
    <dgm:pt modelId="{31BFABB0-E139-462C-8081-CF2FBBC383A9}" type="parTrans" cxnId="{A20B1A17-B904-4C77-A07D-1F94E6B5E2D0}">
      <dgm:prSet/>
      <dgm:spPr/>
      <dgm:t>
        <a:bodyPr/>
        <a:lstStyle/>
        <a:p>
          <a:endParaRPr lang="pt-BR"/>
        </a:p>
      </dgm:t>
    </dgm:pt>
    <dgm:pt modelId="{1B844417-1C99-4F01-827D-1070BE2540CC}" type="sibTrans" cxnId="{A20B1A17-B904-4C77-A07D-1F94E6B5E2D0}">
      <dgm:prSet/>
      <dgm:spPr/>
      <dgm:t>
        <a:bodyPr/>
        <a:lstStyle/>
        <a:p>
          <a:endParaRPr lang="pt-BR"/>
        </a:p>
      </dgm:t>
    </dgm:pt>
    <dgm:pt modelId="{7961CF38-8162-4CCF-9FCE-434D824CAB57}">
      <dgm:prSet phldrT="[Texto]"/>
      <dgm:spPr/>
      <dgm:t>
        <a:bodyPr/>
        <a:lstStyle/>
        <a:p>
          <a:r>
            <a:rPr lang="pt-BR" u="none" dirty="0" smtClean="0"/>
            <a:t>Aplicar os testes</a:t>
          </a:r>
          <a:endParaRPr lang="pt-BR" dirty="0"/>
        </a:p>
      </dgm:t>
    </dgm:pt>
    <dgm:pt modelId="{7DA4C5EF-7C22-4CDA-B88D-98DE0FAC9072}" type="parTrans" cxnId="{5461922F-BAD1-4955-8E72-9898D911CBF6}">
      <dgm:prSet/>
      <dgm:spPr/>
      <dgm:t>
        <a:bodyPr/>
        <a:lstStyle/>
        <a:p>
          <a:endParaRPr lang="pt-BR"/>
        </a:p>
      </dgm:t>
    </dgm:pt>
    <dgm:pt modelId="{C0DE7137-2F04-4135-BE88-B059BC8A0AB8}" type="sibTrans" cxnId="{5461922F-BAD1-4955-8E72-9898D911CBF6}">
      <dgm:prSet/>
      <dgm:spPr/>
      <dgm:t>
        <a:bodyPr/>
        <a:lstStyle/>
        <a:p>
          <a:endParaRPr lang="pt-BR"/>
        </a:p>
      </dgm:t>
    </dgm:pt>
    <dgm:pt modelId="{EF051479-F327-4D0E-926D-C1A73771334C}">
      <dgm:prSet custT="1"/>
      <dgm:spPr/>
      <dgm:t>
        <a:bodyPr/>
        <a:lstStyle/>
        <a:p>
          <a:r>
            <a:rPr lang="pt-BR" sz="3200" dirty="0" smtClean="0"/>
            <a:t>SAÍDAS</a:t>
          </a:r>
          <a:endParaRPr lang="pt-BR" sz="3200" dirty="0"/>
        </a:p>
      </dgm:t>
    </dgm:pt>
    <dgm:pt modelId="{8936F796-4DEB-4F99-A328-58CBCDC2DC05}" type="parTrans" cxnId="{DA46F134-4760-48AF-9F08-414C55DA4E51}">
      <dgm:prSet/>
      <dgm:spPr/>
      <dgm:t>
        <a:bodyPr/>
        <a:lstStyle/>
        <a:p>
          <a:endParaRPr lang="pt-BR"/>
        </a:p>
      </dgm:t>
    </dgm:pt>
    <dgm:pt modelId="{6F5666F3-0288-4555-ACBE-DC66537E7D0E}" type="sibTrans" cxnId="{DA46F134-4760-48AF-9F08-414C55DA4E51}">
      <dgm:prSet/>
      <dgm:spPr/>
      <dgm:t>
        <a:bodyPr/>
        <a:lstStyle/>
        <a:p>
          <a:endParaRPr lang="pt-BR"/>
        </a:p>
      </dgm:t>
    </dgm:pt>
    <dgm:pt modelId="{8EC22716-06AD-4E3C-8231-FB8A852C2781}">
      <dgm:prSet/>
      <dgm:spPr/>
      <dgm:t>
        <a:bodyPr/>
        <a:lstStyle/>
        <a:p>
          <a:r>
            <a:rPr lang="pt-BR" u="none" dirty="0" smtClean="0"/>
            <a:t>Elaborar nota de auditoria</a:t>
          </a:r>
          <a:endParaRPr lang="pt-BR" dirty="0"/>
        </a:p>
      </dgm:t>
    </dgm:pt>
    <dgm:pt modelId="{8C4B8FFB-952F-4F64-B6E0-B29FF94BF08B}" type="parTrans" cxnId="{34514F31-A2AE-4755-B7BC-17A9CD5B6E52}">
      <dgm:prSet/>
      <dgm:spPr/>
      <dgm:t>
        <a:bodyPr/>
        <a:lstStyle/>
        <a:p>
          <a:endParaRPr lang="pt-BR"/>
        </a:p>
      </dgm:t>
    </dgm:pt>
    <dgm:pt modelId="{C676307B-D79E-45B0-AF49-AAFB9901C2F9}" type="sibTrans" cxnId="{34514F31-A2AE-4755-B7BC-17A9CD5B6E52}">
      <dgm:prSet/>
      <dgm:spPr/>
      <dgm:t>
        <a:bodyPr/>
        <a:lstStyle/>
        <a:p>
          <a:endParaRPr lang="pt-BR"/>
        </a:p>
      </dgm:t>
    </dgm:pt>
    <dgm:pt modelId="{6B757635-4762-49E6-A2BE-3F9F839A0C1C}">
      <dgm:prSet/>
      <dgm:spPr/>
      <dgm:t>
        <a:bodyPr/>
        <a:lstStyle/>
        <a:p>
          <a:r>
            <a:rPr lang="pt-BR" u="none" dirty="0" smtClean="0"/>
            <a:t>Solicitar esclarecimentos</a:t>
          </a:r>
          <a:endParaRPr lang="pt-BR" dirty="0"/>
        </a:p>
      </dgm:t>
    </dgm:pt>
    <dgm:pt modelId="{CAAB8A42-E949-4B7D-83B9-F694C8A2A838}" type="parTrans" cxnId="{CDDA422D-685F-48CA-BA14-90DDAE9987BF}">
      <dgm:prSet/>
      <dgm:spPr/>
      <dgm:t>
        <a:bodyPr/>
        <a:lstStyle/>
        <a:p>
          <a:endParaRPr lang="pt-BR"/>
        </a:p>
      </dgm:t>
    </dgm:pt>
    <dgm:pt modelId="{5B88E854-7FB3-48E9-B64C-C16513D164D9}" type="sibTrans" cxnId="{CDDA422D-685F-48CA-BA14-90DDAE9987BF}">
      <dgm:prSet/>
      <dgm:spPr/>
      <dgm:t>
        <a:bodyPr/>
        <a:lstStyle/>
        <a:p>
          <a:endParaRPr lang="pt-BR"/>
        </a:p>
      </dgm:t>
    </dgm:pt>
    <dgm:pt modelId="{A7E2FF31-0531-4C49-B893-827BAD6D6862}">
      <dgm:prSet/>
      <dgm:spPr/>
      <dgm:t>
        <a:bodyPr/>
        <a:lstStyle/>
        <a:p>
          <a:r>
            <a:rPr lang="pt-BR" u="none" dirty="0" smtClean="0"/>
            <a:t>Elaborar achados de auditoria </a:t>
          </a:r>
          <a:endParaRPr lang="pt-BR" dirty="0"/>
        </a:p>
      </dgm:t>
    </dgm:pt>
    <dgm:pt modelId="{3D29447F-045B-4821-8075-6A5861180DB0}" type="parTrans" cxnId="{5A597E14-CEAF-42E7-A395-DB1DEAFA7660}">
      <dgm:prSet/>
      <dgm:spPr/>
      <dgm:t>
        <a:bodyPr/>
        <a:lstStyle/>
        <a:p>
          <a:endParaRPr lang="pt-BR"/>
        </a:p>
      </dgm:t>
    </dgm:pt>
    <dgm:pt modelId="{EBC24255-7DAD-435F-9C18-3677C4C2F6C6}" type="sibTrans" cxnId="{5A597E14-CEAF-42E7-A395-DB1DEAFA7660}">
      <dgm:prSet/>
      <dgm:spPr/>
      <dgm:t>
        <a:bodyPr/>
        <a:lstStyle/>
        <a:p>
          <a:endParaRPr lang="pt-BR"/>
        </a:p>
      </dgm:t>
    </dgm:pt>
    <dgm:pt modelId="{1EA61789-5B5B-473B-B160-823A19DAC429}">
      <dgm:prSet/>
      <dgm:spPr/>
      <dgm:t>
        <a:bodyPr/>
        <a:lstStyle/>
        <a:p>
          <a:r>
            <a:rPr lang="pt-BR" u="none" dirty="0" smtClean="0"/>
            <a:t>Elaborar as recomendações</a:t>
          </a:r>
          <a:endParaRPr lang="pt-BR" dirty="0"/>
        </a:p>
      </dgm:t>
    </dgm:pt>
    <dgm:pt modelId="{2C113C1F-89BC-474B-B3D2-65ECEECBA084}" type="parTrans" cxnId="{021CEDDD-A0C7-4B9C-B266-2D7527D49D88}">
      <dgm:prSet/>
      <dgm:spPr/>
      <dgm:t>
        <a:bodyPr/>
        <a:lstStyle/>
        <a:p>
          <a:endParaRPr lang="pt-BR"/>
        </a:p>
      </dgm:t>
    </dgm:pt>
    <dgm:pt modelId="{EF345302-AB83-4290-B26D-6B22122AC01A}" type="sibTrans" cxnId="{021CEDDD-A0C7-4B9C-B266-2D7527D49D88}">
      <dgm:prSet/>
      <dgm:spPr/>
      <dgm:t>
        <a:bodyPr/>
        <a:lstStyle/>
        <a:p>
          <a:endParaRPr lang="pt-BR"/>
        </a:p>
      </dgm:t>
    </dgm:pt>
    <dgm:pt modelId="{A775B53F-6B07-49B5-91FD-9FC7B0FCF2EC}">
      <dgm:prSet/>
      <dgm:spPr/>
      <dgm:t>
        <a:bodyPr/>
        <a:lstStyle/>
        <a:p>
          <a:r>
            <a:rPr lang="pt-BR" u="none" dirty="0" smtClean="0"/>
            <a:t>Apresentar os achados e recomendações (busca conjunta de soluções)</a:t>
          </a:r>
          <a:endParaRPr lang="pt-BR" dirty="0"/>
        </a:p>
      </dgm:t>
    </dgm:pt>
    <dgm:pt modelId="{0807BAC7-994A-4E0C-A128-BEEAF835C663}" type="parTrans" cxnId="{8D7C534F-6CA3-492A-A4B1-DC6460C3880B}">
      <dgm:prSet/>
      <dgm:spPr/>
      <dgm:t>
        <a:bodyPr/>
        <a:lstStyle/>
        <a:p>
          <a:endParaRPr lang="pt-BR"/>
        </a:p>
      </dgm:t>
    </dgm:pt>
    <dgm:pt modelId="{B07BFD77-C2B4-4429-8AAF-6F28DD562489}" type="sibTrans" cxnId="{8D7C534F-6CA3-492A-A4B1-DC6460C3880B}">
      <dgm:prSet/>
      <dgm:spPr/>
      <dgm:t>
        <a:bodyPr/>
        <a:lstStyle/>
        <a:p>
          <a:endParaRPr lang="pt-BR"/>
        </a:p>
      </dgm:t>
    </dgm:pt>
    <dgm:pt modelId="{15D7E3D8-FD00-441A-B8A7-AFFE68AD2E44}">
      <dgm:prSet/>
      <dgm:spPr/>
      <dgm:t>
        <a:bodyPr/>
        <a:lstStyle/>
        <a:p>
          <a:r>
            <a:rPr lang="pt-BR" dirty="0" smtClean="0"/>
            <a:t>Evidências de auditoria</a:t>
          </a:r>
          <a:endParaRPr lang="pt-BR" dirty="0"/>
        </a:p>
      </dgm:t>
    </dgm:pt>
    <dgm:pt modelId="{E1C47B1A-0C67-4892-8626-F05895547536}" type="parTrans" cxnId="{4B3DE35B-5930-49DD-90D2-311EA9A2BC0A}">
      <dgm:prSet/>
      <dgm:spPr/>
      <dgm:t>
        <a:bodyPr/>
        <a:lstStyle/>
        <a:p>
          <a:endParaRPr lang="pt-BR"/>
        </a:p>
      </dgm:t>
    </dgm:pt>
    <dgm:pt modelId="{284B811B-3317-46B6-A3DA-8A9FE5906ACE}" type="sibTrans" cxnId="{4B3DE35B-5930-49DD-90D2-311EA9A2BC0A}">
      <dgm:prSet/>
      <dgm:spPr/>
      <dgm:t>
        <a:bodyPr/>
        <a:lstStyle/>
        <a:p>
          <a:endParaRPr lang="pt-BR"/>
        </a:p>
      </dgm:t>
    </dgm:pt>
    <dgm:pt modelId="{E61536F6-866D-497A-9148-4F7BA00E8618}">
      <dgm:prSet/>
      <dgm:spPr/>
      <dgm:t>
        <a:bodyPr/>
        <a:lstStyle/>
        <a:p>
          <a:r>
            <a:rPr lang="pt-BR" dirty="0" smtClean="0"/>
            <a:t>Notas de auditoria</a:t>
          </a:r>
        </a:p>
      </dgm:t>
    </dgm:pt>
    <dgm:pt modelId="{AD5A0986-3C98-486D-8B1C-034CF89431DE}" type="parTrans" cxnId="{3AC9796E-1699-4872-8E8C-5EA1BF4DBC38}">
      <dgm:prSet/>
      <dgm:spPr/>
      <dgm:t>
        <a:bodyPr/>
        <a:lstStyle/>
        <a:p>
          <a:endParaRPr lang="pt-BR"/>
        </a:p>
      </dgm:t>
    </dgm:pt>
    <dgm:pt modelId="{AF13DE66-63EF-445F-8810-EE96736D9C0E}" type="sibTrans" cxnId="{3AC9796E-1699-4872-8E8C-5EA1BF4DBC38}">
      <dgm:prSet/>
      <dgm:spPr/>
      <dgm:t>
        <a:bodyPr/>
        <a:lstStyle/>
        <a:p>
          <a:endParaRPr lang="pt-BR"/>
        </a:p>
      </dgm:t>
    </dgm:pt>
    <dgm:pt modelId="{E8779F86-0B48-4511-A232-8F59FDA90ECA}">
      <dgm:prSet/>
      <dgm:spPr/>
      <dgm:t>
        <a:bodyPr/>
        <a:lstStyle/>
        <a:p>
          <a:r>
            <a:rPr lang="pt-BR" dirty="0" smtClean="0"/>
            <a:t>Recomendações de auditoria</a:t>
          </a:r>
          <a:endParaRPr lang="pt-BR" dirty="0"/>
        </a:p>
      </dgm:t>
    </dgm:pt>
    <dgm:pt modelId="{BA8FFE57-3F65-4F0A-AF22-6D09B93365DF}" type="parTrans" cxnId="{9FF52CA7-F491-4D25-9AD1-26B3E49FBD65}">
      <dgm:prSet/>
      <dgm:spPr/>
      <dgm:t>
        <a:bodyPr/>
        <a:lstStyle/>
        <a:p>
          <a:endParaRPr lang="pt-BR"/>
        </a:p>
      </dgm:t>
    </dgm:pt>
    <dgm:pt modelId="{E53AD1CD-AE26-4076-BFCA-9ED64A45B522}" type="sibTrans" cxnId="{9FF52CA7-F491-4D25-9AD1-26B3E49FBD65}">
      <dgm:prSet/>
      <dgm:spPr/>
      <dgm:t>
        <a:bodyPr/>
        <a:lstStyle/>
        <a:p>
          <a:endParaRPr lang="pt-BR"/>
        </a:p>
      </dgm:t>
    </dgm:pt>
    <dgm:pt modelId="{F75529D6-C8D6-4E44-99B6-9D8620FF1868}">
      <dgm:prSet/>
      <dgm:spPr/>
      <dgm:t>
        <a:bodyPr/>
        <a:lstStyle/>
        <a:p>
          <a:r>
            <a:rPr lang="pt-BR" dirty="0" smtClean="0"/>
            <a:t>Bases de dados do objeto</a:t>
          </a:r>
        </a:p>
      </dgm:t>
    </dgm:pt>
    <dgm:pt modelId="{73AB4B97-26AF-4C6D-AD47-9FEBB3BD3690}" type="parTrans" cxnId="{3921DA3E-86B2-436B-85B7-988C6EF6DC5A}">
      <dgm:prSet/>
      <dgm:spPr/>
      <dgm:t>
        <a:bodyPr/>
        <a:lstStyle/>
        <a:p>
          <a:endParaRPr lang="pt-BR"/>
        </a:p>
      </dgm:t>
    </dgm:pt>
    <dgm:pt modelId="{AFB357E7-0EF7-41DF-B46B-756A1F30B8FF}" type="sibTrans" cxnId="{3921DA3E-86B2-436B-85B7-988C6EF6DC5A}">
      <dgm:prSet/>
      <dgm:spPr/>
      <dgm:t>
        <a:bodyPr/>
        <a:lstStyle/>
        <a:p>
          <a:endParaRPr lang="pt-BR"/>
        </a:p>
      </dgm:t>
    </dgm:pt>
    <dgm:pt modelId="{4DC7BF4D-0F8E-4593-B3E0-211EFDAB60CD}">
      <dgm:prSet/>
      <dgm:spPr/>
      <dgm:t>
        <a:bodyPr/>
        <a:lstStyle/>
        <a:p>
          <a:r>
            <a:rPr lang="pt-BR" dirty="0" smtClean="0"/>
            <a:t>Riscos relevantes e controles chaves identificados</a:t>
          </a:r>
        </a:p>
      </dgm:t>
    </dgm:pt>
    <dgm:pt modelId="{D9201E20-4760-4623-BD47-5C0D8B59593A}" type="parTrans" cxnId="{02726457-AC47-4D79-A473-BCB5AF111E4B}">
      <dgm:prSet/>
      <dgm:spPr/>
      <dgm:t>
        <a:bodyPr/>
        <a:lstStyle/>
        <a:p>
          <a:endParaRPr lang="pt-BR"/>
        </a:p>
      </dgm:t>
    </dgm:pt>
    <dgm:pt modelId="{29E7391A-B67C-44CE-A65D-989B756F9D34}" type="sibTrans" cxnId="{02726457-AC47-4D79-A473-BCB5AF111E4B}">
      <dgm:prSet/>
      <dgm:spPr/>
      <dgm:t>
        <a:bodyPr/>
        <a:lstStyle/>
        <a:p>
          <a:endParaRPr lang="pt-BR"/>
        </a:p>
      </dgm:t>
    </dgm:pt>
    <dgm:pt modelId="{799C9D5B-04CF-4DCC-A424-58CE85C958A6}">
      <dgm:prSet/>
      <dgm:spPr/>
      <dgm:t>
        <a:bodyPr/>
        <a:lstStyle/>
        <a:p>
          <a:r>
            <a:rPr lang="pt-BR" dirty="0" smtClean="0"/>
            <a:t>Programação da auditoria (Testes substantivos e de efetividade operacional dos controles)</a:t>
          </a:r>
        </a:p>
      </dgm:t>
    </dgm:pt>
    <dgm:pt modelId="{A04A04E5-DF51-4AED-A55E-9939F2443BDC}" type="parTrans" cxnId="{6A705DDE-1207-4D26-848F-A7F93E1254CA}">
      <dgm:prSet/>
      <dgm:spPr/>
      <dgm:t>
        <a:bodyPr/>
        <a:lstStyle/>
        <a:p>
          <a:endParaRPr lang="pt-BR"/>
        </a:p>
      </dgm:t>
    </dgm:pt>
    <dgm:pt modelId="{6C72DD10-09FA-4595-8A53-62AF656C98A9}" type="sibTrans" cxnId="{6A705DDE-1207-4D26-848F-A7F93E1254CA}">
      <dgm:prSet/>
      <dgm:spPr/>
      <dgm:t>
        <a:bodyPr/>
        <a:lstStyle/>
        <a:p>
          <a:endParaRPr lang="pt-BR"/>
        </a:p>
      </dgm:t>
    </dgm:pt>
    <dgm:pt modelId="{462C324F-D4DE-4339-9851-1839DA22BD8F}">
      <dgm:prSet phldrT="[Texto]"/>
      <dgm:spPr/>
      <dgm:t>
        <a:bodyPr/>
        <a:lstStyle/>
        <a:p>
          <a:r>
            <a:rPr lang="pt-BR" dirty="0" smtClean="0"/>
            <a:t>Entendimento do objeto</a:t>
          </a:r>
          <a:endParaRPr lang="pt-BR" dirty="0"/>
        </a:p>
      </dgm:t>
    </dgm:pt>
    <dgm:pt modelId="{5EFB67D0-AC1E-4BA5-ABCE-FDA03EDAD1E7}" type="parTrans" cxnId="{FBE6DE8F-6FC5-40F3-B628-425670374906}">
      <dgm:prSet/>
      <dgm:spPr/>
      <dgm:t>
        <a:bodyPr/>
        <a:lstStyle/>
        <a:p>
          <a:endParaRPr lang="pt-BR"/>
        </a:p>
      </dgm:t>
    </dgm:pt>
    <dgm:pt modelId="{6026359F-2519-4EB2-906A-AA0F5625EA7A}" type="sibTrans" cxnId="{FBE6DE8F-6FC5-40F3-B628-425670374906}">
      <dgm:prSet/>
      <dgm:spPr/>
      <dgm:t>
        <a:bodyPr/>
        <a:lstStyle/>
        <a:p>
          <a:endParaRPr lang="pt-BR"/>
        </a:p>
      </dgm:t>
    </dgm:pt>
    <dgm:pt modelId="{FFD39355-13BE-4A0A-BC87-8690B41DCCDD}">
      <dgm:prSet/>
      <dgm:spPr/>
      <dgm:t>
        <a:bodyPr/>
        <a:lstStyle/>
        <a:p>
          <a:r>
            <a:rPr lang="pt-BR" dirty="0" smtClean="0"/>
            <a:t>Questões de auditoria</a:t>
          </a:r>
        </a:p>
      </dgm:t>
    </dgm:pt>
    <dgm:pt modelId="{54EEFB7E-98C5-4DE0-9ABA-439083358009}" type="parTrans" cxnId="{F1FBBFE6-3293-442C-A12C-2EA48C31F6BA}">
      <dgm:prSet/>
      <dgm:spPr/>
      <dgm:t>
        <a:bodyPr/>
        <a:lstStyle/>
        <a:p>
          <a:endParaRPr lang="pt-BR"/>
        </a:p>
      </dgm:t>
    </dgm:pt>
    <dgm:pt modelId="{0E2B3190-6BBD-4F1C-B7FD-C493A3ADC25B}" type="sibTrans" cxnId="{F1FBBFE6-3293-442C-A12C-2EA48C31F6BA}">
      <dgm:prSet/>
      <dgm:spPr/>
      <dgm:t>
        <a:bodyPr/>
        <a:lstStyle/>
        <a:p>
          <a:endParaRPr lang="pt-BR"/>
        </a:p>
      </dgm:t>
    </dgm:pt>
    <dgm:pt modelId="{B66D09B7-203E-4A36-BFD7-0C50061A1DFB}">
      <dgm:prSet phldrT="[Texto]"/>
      <dgm:spPr/>
      <dgm:t>
        <a:bodyPr/>
        <a:lstStyle/>
        <a:p>
          <a:r>
            <a:rPr lang="pt-BR" dirty="0" smtClean="0"/>
            <a:t>Especificação de trilha de auditoria</a:t>
          </a:r>
          <a:endParaRPr lang="pt-BR" dirty="0"/>
        </a:p>
      </dgm:t>
    </dgm:pt>
    <dgm:pt modelId="{E6ED96EA-05D7-46C2-9120-DE1B8350C5DC}" type="parTrans" cxnId="{D37F436A-F261-48CC-92D4-B784EDD53AE7}">
      <dgm:prSet/>
      <dgm:spPr/>
      <dgm:t>
        <a:bodyPr/>
        <a:lstStyle/>
        <a:p>
          <a:endParaRPr lang="pt-BR"/>
        </a:p>
      </dgm:t>
    </dgm:pt>
    <dgm:pt modelId="{F96A1AAE-991B-42F8-8E7D-DF7C450F51C6}" type="sibTrans" cxnId="{D37F436A-F261-48CC-92D4-B784EDD53AE7}">
      <dgm:prSet/>
      <dgm:spPr/>
      <dgm:t>
        <a:bodyPr/>
        <a:lstStyle/>
        <a:p>
          <a:endParaRPr lang="pt-BR"/>
        </a:p>
      </dgm:t>
    </dgm:pt>
    <dgm:pt modelId="{2906F7D6-3E0D-4D26-B673-EF34C33A0852}">
      <dgm:prSet/>
      <dgm:spPr/>
      <dgm:t>
        <a:bodyPr/>
        <a:lstStyle/>
        <a:p>
          <a:r>
            <a:rPr lang="pt-BR" dirty="0" smtClean="0"/>
            <a:t>Solicitação de esclarecimentos</a:t>
          </a:r>
          <a:endParaRPr lang="pt-BR" dirty="0"/>
        </a:p>
      </dgm:t>
    </dgm:pt>
    <dgm:pt modelId="{6DF33FD6-3FCB-4BE6-8288-17DDF4C545E7}" type="parTrans" cxnId="{5AC80B84-868E-48C6-B93E-ABCB149ED6EA}">
      <dgm:prSet/>
      <dgm:spPr/>
      <dgm:t>
        <a:bodyPr/>
        <a:lstStyle/>
        <a:p>
          <a:endParaRPr lang="pt-BR"/>
        </a:p>
      </dgm:t>
    </dgm:pt>
    <dgm:pt modelId="{3F3A8FAE-247A-4D79-885E-A5D91B2633FA}" type="sibTrans" cxnId="{5AC80B84-868E-48C6-B93E-ABCB149ED6EA}">
      <dgm:prSet/>
      <dgm:spPr/>
      <dgm:t>
        <a:bodyPr/>
        <a:lstStyle/>
        <a:p>
          <a:endParaRPr lang="pt-BR"/>
        </a:p>
      </dgm:t>
    </dgm:pt>
    <dgm:pt modelId="{8157947E-BC39-441B-898C-B55AB0416F54}">
      <dgm:prSet/>
      <dgm:spPr/>
      <dgm:t>
        <a:bodyPr/>
        <a:lstStyle/>
        <a:p>
          <a:r>
            <a:rPr lang="pt-BR" smtClean="0"/>
            <a:t>Achados </a:t>
          </a:r>
          <a:r>
            <a:rPr lang="pt-BR" dirty="0" smtClean="0"/>
            <a:t>de auditoria</a:t>
          </a:r>
          <a:endParaRPr lang="pt-BR" dirty="0"/>
        </a:p>
      </dgm:t>
    </dgm:pt>
    <dgm:pt modelId="{40867DA9-53F0-485E-B02F-8BCFBC23119C}" type="parTrans" cxnId="{801D3D8C-CDD1-4B23-B1AF-169C1B2F332D}">
      <dgm:prSet/>
      <dgm:spPr/>
      <dgm:t>
        <a:bodyPr/>
        <a:lstStyle/>
        <a:p>
          <a:endParaRPr lang="pt-BR"/>
        </a:p>
      </dgm:t>
    </dgm:pt>
    <dgm:pt modelId="{3012B2BA-4AD3-4F9A-9BD8-099806384AE3}" type="sibTrans" cxnId="{801D3D8C-CDD1-4B23-B1AF-169C1B2F332D}">
      <dgm:prSet/>
      <dgm:spPr/>
      <dgm:t>
        <a:bodyPr/>
        <a:lstStyle/>
        <a:p>
          <a:endParaRPr lang="pt-BR"/>
        </a:p>
      </dgm:t>
    </dgm:pt>
    <dgm:pt modelId="{1B8C1D7E-F121-48EF-8674-6F2877257947}">
      <dgm:prSet/>
      <dgm:spPr/>
      <dgm:t>
        <a:bodyPr/>
        <a:lstStyle/>
        <a:p>
          <a:r>
            <a:rPr lang="pt-BR" dirty="0" smtClean="0"/>
            <a:t>Atualização das bibliotecas de riscos, controles</a:t>
          </a:r>
          <a:endParaRPr lang="pt-BR" dirty="0"/>
        </a:p>
      </dgm:t>
    </dgm:pt>
    <dgm:pt modelId="{1899679D-3270-4022-B812-DEEC3F645A21}" type="parTrans" cxnId="{80F80374-0C6B-4E81-A606-1F8567EEFED3}">
      <dgm:prSet/>
      <dgm:spPr/>
      <dgm:t>
        <a:bodyPr/>
        <a:lstStyle/>
        <a:p>
          <a:endParaRPr lang="pt-BR"/>
        </a:p>
      </dgm:t>
    </dgm:pt>
    <dgm:pt modelId="{7CC8C819-6A36-42D6-8704-2C78EB08ACDB}" type="sibTrans" cxnId="{80F80374-0C6B-4E81-A606-1F8567EEFED3}">
      <dgm:prSet/>
      <dgm:spPr/>
      <dgm:t>
        <a:bodyPr/>
        <a:lstStyle/>
        <a:p>
          <a:endParaRPr lang="pt-BR"/>
        </a:p>
      </dgm:t>
    </dgm:pt>
    <dgm:pt modelId="{6CA5B02A-6A27-4B9D-B906-2DDDD3618FFD}">
      <dgm:prSet/>
      <dgm:spPr/>
      <dgm:t>
        <a:bodyPr/>
        <a:lstStyle/>
        <a:p>
          <a:r>
            <a:rPr lang="pt-BR" dirty="0" smtClean="0"/>
            <a:t>Atualização do programa de auditoria na biblioteca</a:t>
          </a:r>
          <a:endParaRPr lang="pt-BR" dirty="0"/>
        </a:p>
      </dgm:t>
    </dgm:pt>
    <dgm:pt modelId="{192708FC-0F1B-45DF-83CA-1D3D52E94565}" type="parTrans" cxnId="{7F40E4D3-52F9-480A-B9A3-3B32440AE879}">
      <dgm:prSet/>
      <dgm:spPr/>
      <dgm:t>
        <a:bodyPr/>
        <a:lstStyle/>
        <a:p>
          <a:endParaRPr lang="pt-BR"/>
        </a:p>
      </dgm:t>
    </dgm:pt>
    <dgm:pt modelId="{F0422194-D59C-43E1-A050-025786E6AA51}" type="sibTrans" cxnId="{7F40E4D3-52F9-480A-B9A3-3B32440AE879}">
      <dgm:prSet/>
      <dgm:spPr/>
      <dgm:t>
        <a:bodyPr/>
        <a:lstStyle/>
        <a:p>
          <a:endParaRPr lang="pt-BR"/>
        </a:p>
      </dgm:t>
    </dgm:pt>
    <dgm:pt modelId="{E39C547E-3CCF-4ED0-B40B-E8FF9D134F91}">
      <dgm:prSet/>
      <dgm:spPr/>
      <dgm:t>
        <a:bodyPr/>
        <a:lstStyle/>
        <a:p>
          <a:r>
            <a:rPr lang="pt-BR" dirty="0" smtClean="0"/>
            <a:t>Plano de ação</a:t>
          </a:r>
          <a:endParaRPr lang="pt-BR" dirty="0"/>
        </a:p>
      </dgm:t>
    </dgm:pt>
    <dgm:pt modelId="{34C2BC4D-971E-405A-916B-6F243D421FB0}" type="parTrans" cxnId="{44805D2C-961A-4D4A-A519-D6DCED9E6195}">
      <dgm:prSet/>
      <dgm:spPr/>
      <dgm:t>
        <a:bodyPr/>
        <a:lstStyle/>
        <a:p>
          <a:endParaRPr lang="pt-BR"/>
        </a:p>
      </dgm:t>
    </dgm:pt>
    <dgm:pt modelId="{8F6670D9-D590-4E59-959A-981299B99DB3}" type="sibTrans" cxnId="{44805D2C-961A-4D4A-A519-D6DCED9E6195}">
      <dgm:prSet/>
      <dgm:spPr/>
      <dgm:t>
        <a:bodyPr/>
        <a:lstStyle/>
        <a:p>
          <a:endParaRPr lang="pt-BR"/>
        </a:p>
      </dgm:t>
    </dgm:pt>
    <dgm:pt modelId="{64BE8691-A781-4A2E-8707-A2D92A1140B6}">
      <dgm:prSet/>
      <dgm:spPr/>
      <dgm:t>
        <a:bodyPr/>
        <a:lstStyle/>
        <a:p>
          <a:r>
            <a:rPr lang="pt-BR" dirty="0" smtClean="0"/>
            <a:t>Trilhas de auditoria</a:t>
          </a:r>
        </a:p>
      </dgm:t>
    </dgm:pt>
    <dgm:pt modelId="{B028540C-4B37-413C-908E-ACDD20824027}" type="parTrans" cxnId="{AD94BD6C-404B-44CD-B2A9-DC900CA7879B}">
      <dgm:prSet/>
      <dgm:spPr/>
    </dgm:pt>
    <dgm:pt modelId="{C4515F4D-B09F-44FD-8779-9CBB6C4C39F0}" type="sibTrans" cxnId="{AD94BD6C-404B-44CD-B2A9-DC900CA7879B}">
      <dgm:prSet/>
      <dgm:spPr/>
    </dgm:pt>
    <dgm:pt modelId="{3E72B9D3-7633-4B11-98EC-224B45A27DCC}">
      <dgm:prSet/>
      <dgm:spPr/>
      <dgm:t>
        <a:bodyPr/>
        <a:lstStyle/>
        <a:p>
          <a:r>
            <a:rPr lang="pt-BR" dirty="0" smtClean="0"/>
            <a:t>Executar trilha de auditoria</a:t>
          </a:r>
          <a:endParaRPr lang="pt-BR" dirty="0"/>
        </a:p>
      </dgm:t>
    </dgm:pt>
    <dgm:pt modelId="{091E1C26-DDAE-4155-B79D-E7DDBCA15DC0}" type="parTrans" cxnId="{C6FC2D94-E032-494D-9537-D1765E72B9C6}">
      <dgm:prSet/>
      <dgm:spPr/>
    </dgm:pt>
    <dgm:pt modelId="{9C57F914-0898-4997-AAF6-28B6538C644F}" type="sibTrans" cxnId="{C6FC2D94-E032-494D-9537-D1765E72B9C6}">
      <dgm:prSet/>
      <dgm:spPr/>
    </dgm:pt>
    <dgm:pt modelId="{9250597F-7E37-4754-96D4-F9A2F180E61B}" type="pres">
      <dgm:prSet presAssocID="{B27619BC-2381-400F-AF7A-737C5571F62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154F05B5-BEEF-41C6-A332-3809CDE6A2A3}" type="pres">
      <dgm:prSet presAssocID="{47B2BA7A-30DD-4462-BBB6-50DD99AB101C}" presName="composite" presStyleCnt="0"/>
      <dgm:spPr/>
    </dgm:pt>
    <dgm:pt modelId="{135C3714-27A3-4269-A960-471C666F1378}" type="pres">
      <dgm:prSet presAssocID="{47B2BA7A-30DD-4462-BBB6-50DD99AB101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EAC19A6-57DB-459F-8B15-5DAEF06CBCB2}" type="pres">
      <dgm:prSet presAssocID="{47B2BA7A-30DD-4462-BBB6-50DD99AB101C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30CCA33-F9B9-4C88-8F10-154C05CD6C92}" type="pres">
      <dgm:prSet presAssocID="{8C7F7DD0-2A09-4809-BB8F-2C2250C4B3AE}" presName="space" presStyleCnt="0"/>
      <dgm:spPr/>
    </dgm:pt>
    <dgm:pt modelId="{AEE1CC3A-F2AA-4F7F-9F9D-5FF6CCE7618A}" type="pres">
      <dgm:prSet presAssocID="{34CEF098-DE12-41D5-AC8C-4356A471ACDB}" presName="composite" presStyleCnt="0"/>
      <dgm:spPr/>
    </dgm:pt>
    <dgm:pt modelId="{0034ED23-F725-4472-BA2E-3779C0333D8D}" type="pres">
      <dgm:prSet presAssocID="{34CEF098-DE12-41D5-AC8C-4356A471ACD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039F8B9-7B5B-4323-AE39-092717E79B10}" type="pres">
      <dgm:prSet presAssocID="{34CEF098-DE12-41D5-AC8C-4356A471ACDB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1BC276B-90E9-41BD-A712-C93FA5594343}" type="pres">
      <dgm:prSet presAssocID="{1B844417-1C99-4F01-827D-1070BE2540CC}" presName="space" presStyleCnt="0"/>
      <dgm:spPr/>
    </dgm:pt>
    <dgm:pt modelId="{05DB6E00-A38B-4967-A386-1EADCB206C90}" type="pres">
      <dgm:prSet presAssocID="{EF051479-F327-4D0E-926D-C1A73771334C}" presName="composite" presStyleCnt="0"/>
      <dgm:spPr/>
    </dgm:pt>
    <dgm:pt modelId="{7142C213-1A37-49C3-AC24-8A7E0A7B30A9}" type="pres">
      <dgm:prSet presAssocID="{EF051479-F327-4D0E-926D-C1A73771334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EEC123-1BED-469B-BBB0-46A446845A78}" type="pres">
      <dgm:prSet presAssocID="{EF051479-F327-4D0E-926D-C1A73771334C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4DA8F468-E428-4991-8B69-322BD9FF88E8}" type="presOf" srcId="{34CEF098-DE12-41D5-AC8C-4356A471ACDB}" destId="{0034ED23-F725-4472-BA2E-3779C0333D8D}" srcOrd="0" destOrd="0" presId="urn:microsoft.com/office/officeart/2005/8/layout/hList1"/>
    <dgm:cxn modelId="{3AC9796E-1699-4872-8E8C-5EA1BF4DBC38}" srcId="{EF051479-F327-4D0E-926D-C1A73771334C}" destId="{E61536F6-866D-497A-9148-4F7BA00E8618}" srcOrd="3" destOrd="0" parTransId="{AD5A0986-3C98-486D-8B1C-034CF89431DE}" sibTransId="{AF13DE66-63EF-445F-8810-EE96736D9C0E}"/>
    <dgm:cxn modelId="{B1D6FF14-BAAA-49BF-8EDA-ED0F506C9B0C}" type="presOf" srcId="{8EC22716-06AD-4E3C-8231-FB8A852C2781}" destId="{0039F8B9-7B5B-4323-AE39-092717E79B10}" srcOrd="0" destOrd="1" presId="urn:microsoft.com/office/officeart/2005/8/layout/hList1"/>
    <dgm:cxn modelId="{57898249-87F5-4D0B-BE63-45D93E89AD91}" type="presOf" srcId="{6CA5B02A-6A27-4B9D-B906-2DDDD3618FFD}" destId="{ABEEC123-1BED-469B-BBB0-46A446845A78}" srcOrd="0" destOrd="7" presId="urn:microsoft.com/office/officeart/2005/8/layout/hList1"/>
    <dgm:cxn modelId="{0370444C-CDDC-43CA-A22F-03E7984989FC}" type="presOf" srcId="{2906F7D6-3E0D-4D26-B673-EF34C33A0852}" destId="{ABEEC123-1BED-469B-BBB0-46A446845A78}" srcOrd="0" destOrd="1" presId="urn:microsoft.com/office/officeart/2005/8/layout/hList1"/>
    <dgm:cxn modelId="{43ACD2A2-4D32-4DA4-A3F9-10A7743FE75D}" type="presOf" srcId="{F75529D6-C8D6-4E44-99B6-9D8620FF1868}" destId="{EEAC19A6-57DB-459F-8B15-5DAEF06CBCB2}" srcOrd="0" destOrd="3" presId="urn:microsoft.com/office/officeart/2005/8/layout/hList1"/>
    <dgm:cxn modelId="{44805D2C-961A-4D4A-A519-D6DCED9E6195}" srcId="{EF051479-F327-4D0E-926D-C1A73771334C}" destId="{E39C547E-3CCF-4ED0-B40B-E8FF9D134F91}" srcOrd="5" destOrd="0" parTransId="{34C2BC4D-971E-405A-916B-6F243D421FB0}" sibTransId="{8F6670D9-D590-4E59-959A-981299B99DB3}"/>
    <dgm:cxn modelId="{565D8B02-64FC-4394-9B68-2FBFFC12DA69}" type="presOf" srcId="{A7E2FF31-0531-4C49-B893-827BAD6D6862}" destId="{0039F8B9-7B5B-4323-AE39-092717E79B10}" srcOrd="0" destOrd="3" presId="urn:microsoft.com/office/officeart/2005/8/layout/hList1"/>
    <dgm:cxn modelId="{9E939082-512B-4E25-9BA8-8047F5E11A6D}" type="presOf" srcId="{1B8C1D7E-F121-48EF-8674-6F2877257947}" destId="{ABEEC123-1BED-469B-BBB0-46A446845A78}" srcOrd="0" destOrd="6" presId="urn:microsoft.com/office/officeart/2005/8/layout/hList1"/>
    <dgm:cxn modelId="{9D56E77B-9FFD-4C0C-910E-2A7011A1C3C7}" type="presOf" srcId="{B66D09B7-203E-4A36-BFD7-0C50061A1DFB}" destId="{EEAC19A6-57DB-459F-8B15-5DAEF06CBCB2}" srcOrd="0" destOrd="1" presId="urn:microsoft.com/office/officeart/2005/8/layout/hList1"/>
    <dgm:cxn modelId="{4D9FFDCF-4929-42F0-84B4-4D5E746E90D9}" type="presOf" srcId="{FFD39355-13BE-4A0A-BC87-8690B41DCCDD}" destId="{EEAC19A6-57DB-459F-8B15-5DAEF06CBCB2}" srcOrd="0" destOrd="4" presId="urn:microsoft.com/office/officeart/2005/8/layout/hList1"/>
    <dgm:cxn modelId="{F1FBBFE6-3293-442C-A12C-2EA48C31F6BA}" srcId="{47B2BA7A-30DD-4462-BBB6-50DD99AB101C}" destId="{FFD39355-13BE-4A0A-BC87-8690B41DCCDD}" srcOrd="4" destOrd="0" parTransId="{54EEFB7E-98C5-4DE0-9ABA-439083358009}" sibTransId="{0E2B3190-6BBD-4F1C-B7FD-C493A3ADC25B}"/>
    <dgm:cxn modelId="{AED99E14-14CC-41F1-BD11-13CF1821EBA6}" type="presOf" srcId="{15D7E3D8-FD00-441A-B8A7-AFFE68AD2E44}" destId="{ABEEC123-1BED-469B-BBB0-46A446845A78}" srcOrd="0" destOrd="0" presId="urn:microsoft.com/office/officeart/2005/8/layout/hList1"/>
    <dgm:cxn modelId="{34514F31-A2AE-4755-B7BC-17A9CD5B6E52}" srcId="{34CEF098-DE12-41D5-AC8C-4356A471ACDB}" destId="{8EC22716-06AD-4E3C-8231-FB8A852C2781}" srcOrd="1" destOrd="0" parTransId="{8C4B8FFB-952F-4F64-B6E0-B29FF94BF08B}" sibTransId="{C676307B-D79E-45B0-AF49-AAFB9901C2F9}"/>
    <dgm:cxn modelId="{7EFA54D2-0A44-442B-9AD0-7AA306EE21AB}" type="presOf" srcId="{A775B53F-6B07-49B5-91FD-9FC7B0FCF2EC}" destId="{0039F8B9-7B5B-4323-AE39-092717E79B10}" srcOrd="0" destOrd="5" presId="urn:microsoft.com/office/officeart/2005/8/layout/hList1"/>
    <dgm:cxn modelId="{AD94BD6C-404B-44CD-B2A9-DC900CA7879B}" srcId="{47B2BA7A-30DD-4462-BBB6-50DD99AB101C}" destId="{64BE8691-A781-4A2E-8707-A2D92A1140B6}" srcOrd="7" destOrd="0" parTransId="{B028540C-4B37-413C-908E-ACDD20824027}" sibTransId="{C4515F4D-B09F-44FD-8779-9CBB6C4C39F0}"/>
    <dgm:cxn modelId="{8E9519B1-CB95-4E7B-B81C-251192B4CBE0}" type="presOf" srcId="{1EA61789-5B5B-473B-B160-823A19DAC429}" destId="{0039F8B9-7B5B-4323-AE39-092717E79B10}" srcOrd="0" destOrd="4" presId="urn:microsoft.com/office/officeart/2005/8/layout/hList1"/>
    <dgm:cxn modelId="{9FF52CA7-F491-4D25-9AD1-26B3E49FBD65}" srcId="{EF051479-F327-4D0E-926D-C1A73771334C}" destId="{E8779F86-0B48-4511-A232-8F59FDA90ECA}" srcOrd="4" destOrd="0" parTransId="{BA8FFE57-3F65-4F0A-AF22-6D09B93365DF}" sibTransId="{E53AD1CD-AE26-4076-BFCA-9ED64A45B522}"/>
    <dgm:cxn modelId="{02726457-AC47-4D79-A473-BCB5AF111E4B}" srcId="{47B2BA7A-30DD-4462-BBB6-50DD99AB101C}" destId="{4DC7BF4D-0F8E-4593-B3E0-211EFDAB60CD}" srcOrd="5" destOrd="0" parTransId="{D9201E20-4760-4623-BD47-5C0D8B59593A}" sibTransId="{29E7391A-B67C-44CE-A65D-989B756F9D34}"/>
    <dgm:cxn modelId="{87951E3F-F4F8-4EC2-9ED3-FAE779BF1A1A}" type="presOf" srcId="{EF051479-F327-4D0E-926D-C1A73771334C}" destId="{7142C213-1A37-49C3-AC24-8A7E0A7B30A9}" srcOrd="0" destOrd="0" presId="urn:microsoft.com/office/officeart/2005/8/layout/hList1"/>
    <dgm:cxn modelId="{356E7012-DC29-4345-B7A9-02018AD56CA2}" type="presOf" srcId="{E39C547E-3CCF-4ED0-B40B-E8FF9D134F91}" destId="{ABEEC123-1BED-469B-BBB0-46A446845A78}" srcOrd="0" destOrd="5" presId="urn:microsoft.com/office/officeart/2005/8/layout/hList1"/>
    <dgm:cxn modelId="{A20B1A17-B904-4C77-A07D-1F94E6B5E2D0}" srcId="{B27619BC-2381-400F-AF7A-737C5571F62A}" destId="{34CEF098-DE12-41D5-AC8C-4356A471ACDB}" srcOrd="1" destOrd="0" parTransId="{31BFABB0-E139-462C-8081-CF2FBBC383A9}" sibTransId="{1B844417-1C99-4F01-827D-1070BE2540CC}"/>
    <dgm:cxn modelId="{80F80374-0C6B-4E81-A606-1F8567EEFED3}" srcId="{EF051479-F327-4D0E-926D-C1A73771334C}" destId="{1B8C1D7E-F121-48EF-8674-6F2877257947}" srcOrd="6" destOrd="0" parTransId="{1899679D-3270-4022-B812-DEEC3F645A21}" sibTransId="{7CC8C819-6A36-42D6-8704-2C78EB08ACDB}"/>
    <dgm:cxn modelId="{5461922F-BAD1-4955-8E72-9898D911CBF6}" srcId="{34CEF098-DE12-41D5-AC8C-4356A471ACDB}" destId="{7961CF38-8162-4CCF-9FCE-434D824CAB57}" srcOrd="0" destOrd="0" parTransId="{7DA4C5EF-7C22-4CDA-B88D-98DE0FAC9072}" sibTransId="{C0DE7137-2F04-4135-BE88-B059BC8A0AB8}"/>
    <dgm:cxn modelId="{4B3DE35B-5930-49DD-90D2-311EA9A2BC0A}" srcId="{EF051479-F327-4D0E-926D-C1A73771334C}" destId="{15D7E3D8-FD00-441A-B8A7-AFFE68AD2E44}" srcOrd="0" destOrd="0" parTransId="{E1C47B1A-0C67-4892-8626-F05895547536}" sibTransId="{284B811B-3317-46B6-A3DA-8A9FE5906ACE}"/>
    <dgm:cxn modelId="{0D7E47D6-65FB-4BB1-A372-4C3744A809D7}" type="presOf" srcId="{E8779F86-0B48-4511-A232-8F59FDA90ECA}" destId="{ABEEC123-1BED-469B-BBB0-46A446845A78}" srcOrd="0" destOrd="4" presId="urn:microsoft.com/office/officeart/2005/8/layout/hList1"/>
    <dgm:cxn modelId="{FBE6DE8F-6FC5-40F3-B628-425670374906}" srcId="{47B2BA7A-30DD-4462-BBB6-50DD99AB101C}" destId="{462C324F-D4DE-4339-9851-1839DA22BD8F}" srcOrd="2" destOrd="0" parTransId="{5EFB67D0-AC1E-4BA5-ABCE-FDA03EDAD1E7}" sibTransId="{6026359F-2519-4EB2-906A-AA0F5625EA7A}"/>
    <dgm:cxn modelId="{57C223B5-E76B-4170-B780-1BF627DDAC68}" type="presOf" srcId="{7961CF38-8162-4CCF-9FCE-434D824CAB57}" destId="{0039F8B9-7B5B-4323-AE39-092717E79B10}" srcOrd="0" destOrd="0" presId="urn:microsoft.com/office/officeart/2005/8/layout/hList1"/>
    <dgm:cxn modelId="{021CEDDD-A0C7-4B9C-B266-2D7527D49D88}" srcId="{34CEF098-DE12-41D5-AC8C-4356A471ACDB}" destId="{1EA61789-5B5B-473B-B160-823A19DAC429}" srcOrd="4" destOrd="0" parTransId="{2C113C1F-89BC-474B-B3D2-65ECEECBA084}" sibTransId="{EF345302-AB83-4290-B26D-6B22122AC01A}"/>
    <dgm:cxn modelId="{8D7C534F-6CA3-492A-A4B1-DC6460C3880B}" srcId="{34CEF098-DE12-41D5-AC8C-4356A471ACDB}" destId="{A775B53F-6B07-49B5-91FD-9FC7B0FCF2EC}" srcOrd="5" destOrd="0" parTransId="{0807BAC7-994A-4E0C-A128-BEEAF835C663}" sibTransId="{B07BFD77-C2B4-4429-8AAF-6F28DD562489}"/>
    <dgm:cxn modelId="{CDDA422D-685F-48CA-BA14-90DDAE9987BF}" srcId="{34CEF098-DE12-41D5-AC8C-4356A471ACDB}" destId="{6B757635-4762-49E6-A2BE-3F9F839A0C1C}" srcOrd="2" destOrd="0" parTransId="{CAAB8A42-E949-4B7D-83B9-F694C8A2A838}" sibTransId="{5B88E854-7FB3-48E9-B64C-C16513D164D9}"/>
    <dgm:cxn modelId="{6A705DDE-1207-4D26-848F-A7F93E1254CA}" srcId="{47B2BA7A-30DD-4462-BBB6-50DD99AB101C}" destId="{799C9D5B-04CF-4DCC-A424-58CE85C958A6}" srcOrd="6" destOrd="0" parTransId="{A04A04E5-DF51-4AED-A55E-9939F2443BDC}" sibTransId="{6C72DD10-09FA-4595-8A53-62AF656C98A9}"/>
    <dgm:cxn modelId="{7012F258-A85D-4345-8CC4-28774EE2941F}" srcId="{47B2BA7A-30DD-4462-BBB6-50DD99AB101C}" destId="{15BE210A-AD67-47BD-B907-E90DD7380BA3}" srcOrd="0" destOrd="0" parTransId="{88E847A3-E312-4E29-AC76-733E5386B7DF}" sibTransId="{084A4BAE-E72F-4C14-9297-9218D5FBDE0D}"/>
    <dgm:cxn modelId="{668D40D9-05D6-41E1-A43D-646F83D237A9}" type="presOf" srcId="{4DC7BF4D-0F8E-4593-B3E0-211EFDAB60CD}" destId="{EEAC19A6-57DB-459F-8B15-5DAEF06CBCB2}" srcOrd="0" destOrd="5" presId="urn:microsoft.com/office/officeart/2005/8/layout/hList1"/>
    <dgm:cxn modelId="{B59704F0-D925-4AB2-8B0A-F38BAF21949E}" type="presOf" srcId="{6B757635-4762-49E6-A2BE-3F9F839A0C1C}" destId="{0039F8B9-7B5B-4323-AE39-092717E79B10}" srcOrd="0" destOrd="2" presId="urn:microsoft.com/office/officeart/2005/8/layout/hList1"/>
    <dgm:cxn modelId="{3921DA3E-86B2-436B-85B7-988C6EF6DC5A}" srcId="{47B2BA7A-30DD-4462-BBB6-50DD99AB101C}" destId="{F75529D6-C8D6-4E44-99B6-9D8620FF1868}" srcOrd="3" destOrd="0" parTransId="{73AB4B97-26AF-4C6D-AD47-9FEBB3BD3690}" sibTransId="{AFB357E7-0EF7-41DF-B46B-756A1F30B8FF}"/>
    <dgm:cxn modelId="{612CE821-5469-47D9-97F5-67338AAA4779}" type="presOf" srcId="{8157947E-BC39-441B-898C-B55AB0416F54}" destId="{ABEEC123-1BED-469B-BBB0-46A446845A78}" srcOrd="0" destOrd="2" presId="urn:microsoft.com/office/officeart/2005/8/layout/hList1"/>
    <dgm:cxn modelId="{78EB631D-4A25-46AB-A26C-C200111175DB}" type="presOf" srcId="{E61536F6-866D-497A-9148-4F7BA00E8618}" destId="{ABEEC123-1BED-469B-BBB0-46A446845A78}" srcOrd="0" destOrd="3" presId="urn:microsoft.com/office/officeart/2005/8/layout/hList1"/>
    <dgm:cxn modelId="{F7D7EEEE-76BA-4340-BD86-9AA2959F3BC7}" type="presOf" srcId="{47B2BA7A-30DD-4462-BBB6-50DD99AB101C}" destId="{135C3714-27A3-4269-A960-471C666F1378}" srcOrd="0" destOrd="0" presId="urn:microsoft.com/office/officeart/2005/8/layout/hList1"/>
    <dgm:cxn modelId="{9AC084F4-B540-4D66-BEEF-6B43EB4E5047}" type="presOf" srcId="{64BE8691-A781-4A2E-8707-A2D92A1140B6}" destId="{EEAC19A6-57DB-459F-8B15-5DAEF06CBCB2}" srcOrd="0" destOrd="7" presId="urn:microsoft.com/office/officeart/2005/8/layout/hList1"/>
    <dgm:cxn modelId="{DA46F134-4760-48AF-9F08-414C55DA4E51}" srcId="{B27619BC-2381-400F-AF7A-737C5571F62A}" destId="{EF051479-F327-4D0E-926D-C1A73771334C}" srcOrd="2" destOrd="0" parTransId="{8936F796-4DEB-4F99-A328-58CBCDC2DC05}" sibTransId="{6F5666F3-0288-4555-ACBE-DC66537E7D0E}"/>
    <dgm:cxn modelId="{5AC80B84-868E-48C6-B93E-ABCB149ED6EA}" srcId="{EF051479-F327-4D0E-926D-C1A73771334C}" destId="{2906F7D6-3E0D-4D26-B673-EF34C33A0852}" srcOrd="1" destOrd="0" parTransId="{6DF33FD6-3FCB-4BE6-8288-17DDF4C545E7}" sibTransId="{3F3A8FAE-247A-4D79-885E-A5D91B2633FA}"/>
    <dgm:cxn modelId="{3491AAE9-4903-43A2-B73F-FC3AF2362F31}" type="presOf" srcId="{15BE210A-AD67-47BD-B907-E90DD7380BA3}" destId="{EEAC19A6-57DB-459F-8B15-5DAEF06CBCB2}" srcOrd="0" destOrd="0" presId="urn:microsoft.com/office/officeart/2005/8/layout/hList1"/>
    <dgm:cxn modelId="{55EAC4E8-C872-4863-B88D-A7E5DD474B12}" type="presOf" srcId="{462C324F-D4DE-4339-9851-1839DA22BD8F}" destId="{EEAC19A6-57DB-459F-8B15-5DAEF06CBCB2}" srcOrd="0" destOrd="2" presId="urn:microsoft.com/office/officeart/2005/8/layout/hList1"/>
    <dgm:cxn modelId="{D37F436A-F261-48CC-92D4-B784EDD53AE7}" srcId="{47B2BA7A-30DD-4462-BBB6-50DD99AB101C}" destId="{B66D09B7-203E-4A36-BFD7-0C50061A1DFB}" srcOrd="1" destOrd="0" parTransId="{E6ED96EA-05D7-46C2-9120-DE1B8350C5DC}" sibTransId="{F96A1AAE-991B-42F8-8E7D-DF7C450F51C6}"/>
    <dgm:cxn modelId="{7F40E4D3-52F9-480A-B9A3-3B32440AE879}" srcId="{EF051479-F327-4D0E-926D-C1A73771334C}" destId="{6CA5B02A-6A27-4B9D-B906-2DDDD3618FFD}" srcOrd="7" destOrd="0" parTransId="{192708FC-0F1B-45DF-83CA-1D3D52E94565}" sibTransId="{F0422194-D59C-43E1-A050-025786E6AA51}"/>
    <dgm:cxn modelId="{87EF5AC2-6CA6-4426-823C-8D05BB61A9FE}" type="presOf" srcId="{B27619BC-2381-400F-AF7A-737C5571F62A}" destId="{9250597F-7E37-4754-96D4-F9A2F180E61B}" srcOrd="0" destOrd="0" presId="urn:microsoft.com/office/officeart/2005/8/layout/hList1"/>
    <dgm:cxn modelId="{DCDD7576-F09B-4D0D-847A-6B01E267B0ED}" type="presOf" srcId="{799C9D5B-04CF-4DCC-A424-58CE85C958A6}" destId="{EEAC19A6-57DB-459F-8B15-5DAEF06CBCB2}" srcOrd="0" destOrd="6" presId="urn:microsoft.com/office/officeart/2005/8/layout/hList1"/>
    <dgm:cxn modelId="{5A597E14-CEAF-42E7-A395-DB1DEAFA7660}" srcId="{34CEF098-DE12-41D5-AC8C-4356A471ACDB}" destId="{A7E2FF31-0531-4C49-B893-827BAD6D6862}" srcOrd="3" destOrd="0" parTransId="{3D29447F-045B-4821-8075-6A5861180DB0}" sibTransId="{EBC24255-7DAD-435F-9C18-3677C4C2F6C6}"/>
    <dgm:cxn modelId="{349C8AA7-9115-4C32-880D-A0E7BA7C443E}" type="presOf" srcId="{3E72B9D3-7633-4B11-98EC-224B45A27DCC}" destId="{0039F8B9-7B5B-4323-AE39-092717E79B10}" srcOrd="0" destOrd="6" presId="urn:microsoft.com/office/officeart/2005/8/layout/hList1"/>
    <dgm:cxn modelId="{C6FC2D94-E032-494D-9537-D1765E72B9C6}" srcId="{34CEF098-DE12-41D5-AC8C-4356A471ACDB}" destId="{3E72B9D3-7633-4B11-98EC-224B45A27DCC}" srcOrd="6" destOrd="0" parTransId="{091E1C26-DDAE-4155-B79D-E7DDBCA15DC0}" sibTransId="{9C57F914-0898-4997-AAF6-28B6538C644F}"/>
    <dgm:cxn modelId="{A10E3FEF-4560-4E3F-904F-F1B95C806048}" srcId="{B27619BC-2381-400F-AF7A-737C5571F62A}" destId="{47B2BA7A-30DD-4462-BBB6-50DD99AB101C}" srcOrd="0" destOrd="0" parTransId="{AB39ABD6-D6A9-4BF5-B31F-9491E01BE05B}" sibTransId="{8C7F7DD0-2A09-4809-BB8F-2C2250C4B3AE}"/>
    <dgm:cxn modelId="{801D3D8C-CDD1-4B23-B1AF-169C1B2F332D}" srcId="{EF051479-F327-4D0E-926D-C1A73771334C}" destId="{8157947E-BC39-441B-898C-B55AB0416F54}" srcOrd="2" destOrd="0" parTransId="{40867DA9-53F0-485E-B02F-8BCFBC23119C}" sibTransId="{3012B2BA-4AD3-4F9A-9BD8-099806384AE3}"/>
    <dgm:cxn modelId="{DCF3622A-E6CC-4D65-A32F-0F03007E3300}" type="presParOf" srcId="{9250597F-7E37-4754-96D4-F9A2F180E61B}" destId="{154F05B5-BEEF-41C6-A332-3809CDE6A2A3}" srcOrd="0" destOrd="0" presId="urn:microsoft.com/office/officeart/2005/8/layout/hList1"/>
    <dgm:cxn modelId="{1A1292E2-2F29-4086-89C6-88C917AF2AC3}" type="presParOf" srcId="{154F05B5-BEEF-41C6-A332-3809CDE6A2A3}" destId="{135C3714-27A3-4269-A960-471C666F1378}" srcOrd="0" destOrd="0" presId="urn:microsoft.com/office/officeart/2005/8/layout/hList1"/>
    <dgm:cxn modelId="{EE690155-D9E2-41CF-85A4-0191D66B94F3}" type="presParOf" srcId="{154F05B5-BEEF-41C6-A332-3809CDE6A2A3}" destId="{EEAC19A6-57DB-459F-8B15-5DAEF06CBCB2}" srcOrd="1" destOrd="0" presId="urn:microsoft.com/office/officeart/2005/8/layout/hList1"/>
    <dgm:cxn modelId="{C1E2EF6A-8476-458B-96F0-6128D750788F}" type="presParOf" srcId="{9250597F-7E37-4754-96D4-F9A2F180E61B}" destId="{E30CCA33-F9B9-4C88-8F10-154C05CD6C92}" srcOrd="1" destOrd="0" presId="urn:microsoft.com/office/officeart/2005/8/layout/hList1"/>
    <dgm:cxn modelId="{B325DEDB-BA7D-4654-A7D0-453ADF9CBDF0}" type="presParOf" srcId="{9250597F-7E37-4754-96D4-F9A2F180E61B}" destId="{AEE1CC3A-F2AA-4F7F-9F9D-5FF6CCE7618A}" srcOrd="2" destOrd="0" presId="urn:microsoft.com/office/officeart/2005/8/layout/hList1"/>
    <dgm:cxn modelId="{E38270D1-D9D7-4F35-B1CF-B4C5CB578CA5}" type="presParOf" srcId="{AEE1CC3A-F2AA-4F7F-9F9D-5FF6CCE7618A}" destId="{0034ED23-F725-4472-BA2E-3779C0333D8D}" srcOrd="0" destOrd="0" presId="urn:microsoft.com/office/officeart/2005/8/layout/hList1"/>
    <dgm:cxn modelId="{E34E4694-4880-4644-9D03-2B2348DE06C9}" type="presParOf" srcId="{AEE1CC3A-F2AA-4F7F-9F9D-5FF6CCE7618A}" destId="{0039F8B9-7B5B-4323-AE39-092717E79B10}" srcOrd="1" destOrd="0" presId="urn:microsoft.com/office/officeart/2005/8/layout/hList1"/>
    <dgm:cxn modelId="{37A180B3-F734-4775-88B2-327716AED9C3}" type="presParOf" srcId="{9250597F-7E37-4754-96D4-F9A2F180E61B}" destId="{71BC276B-90E9-41BD-A712-C93FA5594343}" srcOrd="3" destOrd="0" presId="urn:microsoft.com/office/officeart/2005/8/layout/hList1"/>
    <dgm:cxn modelId="{23868B5F-2C04-4D5A-8B8A-B50D66359AF4}" type="presParOf" srcId="{9250597F-7E37-4754-96D4-F9A2F180E61B}" destId="{05DB6E00-A38B-4967-A386-1EADCB206C90}" srcOrd="4" destOrd="0" presId="urn:microsoft.com/office/officeart/2005/8/layout/hList1"/>
    <dgm:cxn modelId="{82FE80C9-6C76-446B-864D-D6AB20064561}" type="presParOf" srcId="{05DB6E00-A38B-4967-A386-1EADCB206C90}" destId="{7142C213-1A37-49C3-AC24-8A7E0A7B30A9}" srcOrd="0" destOrd="0" presId="urn:microsoft.com/office/officeart/2005/8/layout/hList1"/>
    <dgm:cxn modelId="{7C7738D9-F7F5-427E-952E-E896F70C9581}" type="presParOf" srcId="{05DB6E00-A38B-4967-A386-1EADCB206C90}" destId="{ABEEC123-1BED-469B-BBB0-46A446845A7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A898EB7-E69D-4CB5-9B7B-6E6BFDD676DA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2EF8CEF-B2FF-4A80-A469-466C03F5F2AC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pt-BR" b="1" dirty="0" smtClean="0">
              <a:solidFill>
                <a:schemeClr val="bg2">
                  <a:lumMod val="50000"/>
                </a:schemeClr>
              </a:solidFill>
            </a:rPr>
            <a:t>ENTRADAS</a:t>
          </a:r>
          <a:endParaRPr lang="pt-BR" b="1" dirty="0">
            <a:solidFill>
              <a:schemeClr val="bg2">
                <a:lumMod val="50000"/>
              </a:schemeClr>
            </a:solidFill>
          </a:endParaRPr>
        </a:p>
      </dgm:t>
    </dgm:pt>
    <dgm:pt modelId="{888197C1-2BCC-438F-82CA-5F28087E8ECF}" type="parTrans" cxnId="{31CD29A0-41E2-4EC1-B85B-21E1AC200F5C}">
      <dgm:prSet/>
      <dgm:spPr/>
      <dgm:t>
        <a:bodyPr/>
        <a:lstStyle/>
        <a:p>
          <a:endParaRPr lang="pt-BR"/>
        </a:p>
      </dgm:t>
    </dgm:pt>
    <dgm:pt modelId="{52EE158E-8FA8-4987-8411-829F99C945F3}" type="sibTrans" cxnId="{31CD29A0-41E2-4EC1-B85B-21E1AC200F5C}">
      <dgm:prSet/>
      <dgm:spPr/>
      <dgm:t>
        <a:bodyPr/>
        <a:lstStyle/>
        <a:p>
          <a:endParaRPr lang="pt-BR"/>
        </a:p>
      </dgm:t>
    </dgm:pt>
    <dgm:pt modelId="{B2D5881A-213D-42E9-9BEF-68348233EA28}">
      <dgm:prSet phldrT="[Texto]"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Escopo e objetivo da auditoria</a:t>
          </a:r>
          <a:endParaRPr lang="pt-BR" sz="1100" dirty="0">
            <a:solidFill>
              <a:srgbClr val="000000"/>
            </a:solidFill>
          </a:endParaRPr>
        </a:p>
      </dgm:t>
    </dgm:pt>
    <dgm:pt modelId="{8A7D7B97-8378-4B54-B0E0-641FEF692757}" type="parTrans" cxnId="{508EC0FC-3420-4F8E-B579-B1E37AB13E33}">
      <dgm:prSet/>
      <dgm:spPr/>
      <dgm:t>
        <a:bodyPr/>
        <a:lstStyle/>
        <a:p>
          <a:endParaRPr lang="pt-BR"/>
        </a:p>
      </dgm:t>
    </dgm:pt>
    <dgm:pt modelId="{2F7700D0-492D-4DCC-BAB2-CF6EA16162FE}" type="sibTrans" cxnId="{508EC0FC-3420-4F8E-B579-B1E37AB13E33}">
      <dgm:prSet/>
      <dgm:spPr/>
      <dgm:t>
        <a:bodyPr/>
        <a:lstStyle/>
        <a:p>
          <a:endParaRPr lang="pt-BR"/>
        </a:p>
      </dgm:t>
    </dgm:pt>
    <dgm:pt modelId="{188F29C3-4490-416B-A2E6-45F1B9F90397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pt-BR" b="1" dirty="0" smtClean="0">
              <a:solidFill>
                <a:schemeClr val="bg2">
                  <a:lumMod val="50000"/>
                </a:schemeClr>
              </a:solidFill>
            </a:rPr>
            <a:t>SAÍDAS</a:t>
          </a:r>
          <a:endParaRPr lang="pt-BR" b="1" dirty="0">
            <a:solidFill>
              <a:schemeClr val="bg2">
                <a:lumMod val="50000"/>
              </a:schemeClr>
            </a:solidFill>
          </a:endParaRPr>
        </a:p>
      </dgm:t>
    </dgm:pt>
    <dgm:pt modelId="{C2981D37-2AEC-4A0C-9642-99BBB5035724}" type="parTrans" cxnId="{EB4C3B74-2C7B-4498-AB76-69F6E3A74165}">
      <dgm:prSet/>
      <dgm:spPr/>
      <dgm:t>
        <a:bodyPr/>
        <a:lstStyle/>
        <a:p>
          <a:endParaRPr lang="pt-BR"/>
        </a:p>
      </dgm:t>
    </dgm:pt>
    <dgm:pt modelId="{D7DEC811-BD4C-4BB7-8A7B-2407A49CFD21}" type="sibTrans" cxnId="{EB4C3B74-2C7B-4498-AB76-69F6E3A74165}">
      <dgm:prSet/>
      <dgm:spPr/>
      <dgm:t>
        <a:bodyPr/>
        <a:lstStyle/>
        <a:p>
          <a:endParaRPr lang="pt-BR"/>
        </a:p>
      </dgm:t>
    </dgm:pt>
    <dgm:pt modelId="{A32D1246-02E1-415D-8FAA-E20A400CF3E7}">
      <dgm:prSet phldrT="[Texto]" custT="1"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pt-BR" sz="1100" dirty="0" smtClean="0">
              <a:solidFill>
                <a:schemeClr val="bg1">
                  <a:lumMod val="10000"/>
                </a:schemeClr>
              </a:solidFill>
            </a:rPr>
            <a:t>Relatório de auditoria (</a:t>
          </a:r>
          <a:r>
            <a:rPr lang="pt-BR" sz="1100" dirty="0" smtClean="0">
              <a:solidFill>
                <a:schemeClr val="bg1">
                  <a:lumMod val="10000"/>
                </a:schemeClr>
              </a:solidFill>
            </a:rPr>
            <a:t>e-</a:t>
          </a:r>
          <a:r>
            <a:rPr lang="pt-BR" sz="1100" dirty="0" err="1" smtClean="0">
              <a:solidFill>
                <a:schemeClr val="bg1">
                  <a:lumMod val="10000"/>
                </a:schemeClr>
              </a:solidFill>
            </a:rPr>
            <a:t>Doc</a:t>
          </a:r>
          <a:r>
            <a:rPr lang="pt-BR" sz="1100" dirty="0" smtClean="0">
              <a:solidFill>
                <a:schemeClr val="bg1">
                  <a:lumMod val="10000"/>
                </a:schemeClr>
              </a:solidFill>
            </a:rPr>
            <a:t>)</a:t>
          </a:r>
          <a:endParaRPr lang="pt-BR" sz="1100" dirty="0">
            <a:solidFill>
              <a:srgbClr val="000000"/>
            </a:solidFill>
          </a:endParaRPr>
        </a:p>
      </dgm:t>
    </dgm:pt>
    <dgm:pt modelId="{3C3A279D-98F6-4B1E-A15E-35E74F2E0808}" type="parTrans" cxnId="{F125947E-C29E-4D8D-BF74-18D26228568F}">
      <dgm:prSet/>
      <dgm:spPr/>
      <dgm:t>
        <a:bodyPr/>
        <a:lstStyle/>
        <a:p>
          <a:endParaRPr lang="pt-BR"/>
        </a:p>
      </dgm:t>
    </dgm:pt>
    <dgm:pt modelId="{5B4A5EEF-A42F-48EA-B341-E171E8B1603D}" type="sibTrans" cxnId="{F125947E-C29E-4D8D-BF74-18D26228568F}">
      <dgm:prSet/>
      <dgm:spPr/>
      <dgm:t>
        <a:bodyPr/>
        <a:lstStyle/>
        <a:p>
          <a:endParaRPr lang="pt-BR"/>
        </a:p>
      </dgm:t>
    </dgm:pt>
    <dgm:pt modelId="{54D77478-AF44-4453-ACAC-9011879B30AA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100" u="none" dirty="0" smtClean="0">
              <a:solidFill>
                <a:schemeClr val="bg1">
                  <a:lumMod val="10000"/>
                </a:schemeClr>
              </a:solidFill>
            </a:rPr>
            <a:t>Elaborar relatório</a:t>
          </a:r>
          <a:endParaRPr lang="pt-BR" sz="1100" dirty="0">
            <a:solidFill>
              <a:srgbClr val="000000"/>
            </a:solidFill>
          </a:endParaRPr>
        </a:p>
      </dgm:t>
    </dgm:pt>
    <dgm:pt modelId="{DF877101-9BB9-4530-8100-A758DA199277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pt-BR" b="1" dirty="0" smtClean="0">
              <a:solidFill>
                <a:schemeClr val="bg2">
                  <a:lumMod val="50000"/>
                </a:schemeClr>
              </a:solidFill>
            </a:rPr>
            <a:t>ATIVIDADES</a:t>
          </a:r>
          <a:endParaRPr lang="pt-BR" b="1" dirty="0">
            <a:solidFill>
              <a:schemeClr val="bg2">
                <a:lumMod val="50000"/>
              </a:schemeClr>
            </a:solidFill>
          </a:endParaRPr>
        </a:p>
      </dgm:t>
    </dgm:pt>
    <dgm:pt modelId="{DB679BBB-F616-4E62-9DAD-746571926FAB}" type="sibTrans" cxnId="{A6484AD9-9F3A-48E5-A664-ECFA808E8F21}">
      <dgm:prSet/>
      <dgm:spPr/>
      <dgm:t>
        <a:bodyPr/>
        <a:lstStyle/>
        <a:p>
          <a:endParaRPr lang="pt-BR"/>
        </a:p>
      </dgm:t>
    </dgm:pt>
    <dgm:pt modelId="{6BD45C0A-4E49-47DE-B62F-433B083A204C}" type="parTrans" cxnId="{A6484AD9-9F3A-48E5-A664-ECFA808E8F21}">
      <dgm:prSet/>
      <dgm:spPr/>
      <dgm:t>
        <a:bodyPr/>
        <a:lstStyle/>
        <a:p>
          <a:endParaRPr lang="pt-BR"/>
        </a:p>
      </dgm:t>
    </dgm:pt>
    <dgm:pt modelId="{61CB03CF-A969-4D51-8564-2D1596F44707}" type="sibTrans" cxnId="{1011137C-1916-48B0-AAE1-E2A9D1CF2315}">
      <dgm:prSet/>
      <dgm:spPr/>
      <dgm:t>
        <a:bodyPr/>
        <a:lstStyle/>
        <a:p>
          <a:endParaRPr lang="pt-BR"/>
        </a:p>
      </dgm:t>
    </dgm:pt>
    <dgm:pt modelId="{18AFDE6A-97A6-442F-AD35-902BDC534C52}" type="parTrans" cxnId="{1011137C-1916-48B0-AAE1-E2A9D1CF2315}">
      <dgm:prSet/>
      <dgm:spPr/>
      <dgm:t>
        <a:bodyPr/>
        <a:lstStyle/>
        <a:p>
          <a:endParaRPr lang="pt-BR"/>
        </a:p>
      </dgm:t>
    </dgm:pt>
    <dgm:pt modelId="{CFF66589-F0AD-4196-988A-C424A7FE998F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Recomendações de auditoria</a:t>
          </a:r>
          <a:endParaRPr lang="pt-BR" sz="1100" dirty="0">
            <a:solidFill>
              <a:srgbClr val="000000"/>
            </a:solidFill>
          </a:endParaRPr>
        </a:p>
      </dgm:t>
    </dgm:pt>
    <dgm:pt modelId="{B0FC2192-119D-4B3C-BD88-9B545BBE77DD}" type="sibTrans" cxnId="{7AB0B62A-2A21-4E33-A363-6F99E403E216}">
      <dgm:prSet/>
      <dgm:spPr/>
      <dgm:t>
        <a:bodyPr/>
        <a:lstStyle/>
        <a:p>
          <a:endParaRPr lang="pt-BR"/>
        </a:p>
      </dgm:t>
    </dgm:pt>
    <dgm:pt modelId="{1410FFFD-ABA1-4082-9A81-417D1A239FD9}" type="parTrans" cxnId="{7AB0B62A-2A21-4E33-A363-6F99E403E216}">
      <dgm:prSet/>
      <dgm:spPr/>
      <dgm:t>
        <a:bodyPr/>
        <a:lstStyle/>
        <a:p>
          <a:endParaRPr lang="pt-BR"/>
        </a:p>
      </dgm:t>
    </dgm:pt>
    <dgm:pt modelId="{47BCF1DC-9992-41E0-833D-B27B09F0F7C3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Notas de auditoria</a:t>
          </a:r>
        </a:p>
      </dgm:t>
    </dgm:pt>
    <dgm:pt modelId="{CC0E6FF3-DC9C-4D46-9AEA-5A16A66D9C6A}" type="sibTrans" cxnId="{EDDC78D3-AD80-47FF-928C-135661EB0F36}">
      <dgm:prSet/>
      <dgm:spPr/>
      <dgm:t>
        <a:bodyPr/>
        <a:lstStyle/>
        <a:p>
          <a:endParaRPr lang="pt-BR"/>
        </a:p>
      </dgm:t>
    </dgm:pt>
    <dgm:pt modelId="{E153A193-4AA5-47FF-ABF9-7857EA9F85DC}" type="parTrans" cxnId="{EDDC78D3-AD80-47FF-928C-135661EB0F36}">
      <dgm:prSet/>
      <dgm:spPr/>
      <dgm:t>
        <a:bodyPr/>
        <a:lstStyle/>
        <a:p>
          <a:endParaRPr lang="pt-BR"/>
        </a:p>
      </dgm:t>
    </dgm:pt>
    <dgm:pt modelId="{CF7AE229-5287-454E-B787-0403C25BA3C6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Achados de auditoria</a:t>
          </a:r>
          <a:endParaRPr lang="pt-BR" sz="1100" dirty="0">
            <a:solidFill>
              <a:srgbClr val="000000"/>
            </a:solidFill>
          </a:endParaRPr>
        </a:p>
      </dgm:t>
    </dgm:pt>
    <dgm:pt modelId="{0D57BC8B-6910-4C19-87DE-27ED5A0CBB00}" type="sibTrans" cxnId="{11B6668A-F2EB-453B-B180-2A3DC4C9FECD}">
      <dgm:prSet/>
      <dgm:spPr/>
      <dgm:t>
        <a:bodyPr/>
        <a:lstStyle/>
        <a:p>
          <a:endParaRPr lang="pt-BR"/>
        </a:p>
      </dgm:t>
    </dgm:pt>
    <dgm:pt modelId="{3F61AA38-C6A1-46CD-BE72-1892BA247951}" type="parTrans" cxnId="{11B6668A-F2EB-453B-B180-2A3DC4C9FECD}">
      <dgm:prSet/>
      <dgm:spPr/>
      <dgm:t>
        <a:bodyPr/>
        <a:lstStyle/>
        <a:p>
          <a:endParaRPr lang="pt-BR"/>
        </a:p>
      </dgm:t>
    </dgm:pt>
    <dgm:pt modelId="{DA113D93-6744-4C73-9AC2-E576EA6E8D24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Respostas à solicitação de esclarecimentos</a:t>
          </a:r>
          <a:endParaRPr lang="pt-BR" sz="1100" dirty="0">
            <a:solidFill>
              <a:srgbClr val="000000"/>
            </a:solidFill>
          </a:endParaRPr>
        </a:p>
      </dgm:t>
    </dgm:pt>
    <dgm:pt modelId="{363A9F55-BED0-4646-8C93-9DD28B177464}" type="sibTrans" cxnId="{4282022C-39ED-43C2-A98E-6B7732FB2781}">
      <dgm:prSet/>
      <dgm:spPr/>
      <dgm:t>
        <a:bodyPr/>
        <a:lstStyle/>
        <a:p>
          <a:endParaRPr lang="pt-BR"/>
        </a:p>
      </dgm:t>
    </dgm:pt>
    <dgm:pt modelId="{B669FBFE-0F73-4CB8-BA95-C91BAA6B692B}" type="parTrans" cxnId="{4282022C-39ED-43C2-A98E-6B7732FB2781}">
      <dgm:prSet/>
      <dgm:spPr/>
      <dgm:t>
        <a:bodyPr/>
        <a:lstStyle/>
        <a:p>
          <a:endParaRPr lang="pt-BR"/>
        </a:p>
      </dgm:t>
    </dgm:pt>
    <dgm:pt modelId="{53CE6A1E-3EFD-44E7-AD3E-EF92BF6E6C8C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Evidências de auditoria</a:t>
          </a:r>
          <a:endParaRPr lang="pt-BR" sz="1100" dirty="0">
            <a:solidFill>
              <a:srgbClr val="000000"/>
            </a:solidFill>
          </a:endParaRPr>
        </a:p>
      </dgm:t>
    </dgm:pt>
    <dgm:pt modelId="{5694806F-4155-44F7-ABAA-7A0403519516}" type="sibTrans" cxnId="{C1954543-313D-4535-9626-258ABCD6DA4F}">
      <dgm:prSet/>
      <dgm:spPr/>
      <dgm:t>
        <a:bodyPr/>
        <a:lstStyle/>
        <a:p>
          <a:endParaRPr lang="pt-BR"/>
        </a:p>
      </dgm:t>
    </dgm:pt>
    <dgm:pt modelId="{89AFC1D6-B6B7-4BA7-804C-2181D40A2E88}" type="parTrans" cxnId="{C1954543-313D-4535-9626-258ABCD6DA4F}">
      <dgm:prSet/>
      <dgm:spPr/>
      <dgm:t>
        <a:bodyPr/>
        <a:lstStyle/>
        <a:p>
          <a:endParaRPr lang="pt-BR"/>
        </a:p>
      </dgm:t>
    </dgm:pt>
    <dgm:pt modelId="{8A29A291-6487-4B7F-8780-4DAEE531EFE8}">
      <dgm:prSet custT="1"/>
      <dgm:spPr/>
      <dgm:t>
        <a:bodyPr/>
        <a:lstStyle/>
        <a:p>
          <a:r>
            <a:rPr lang="pt-BR" sz="1100" dirty="0" smtClean="0">
              <a:solidFill>
                <a:srgbClr val="000000"/>
              </a:solidFill>
            </a:rPr>
            <a:t>Entendimento do objeto</a:t>
          </a:r>
          <a:endParaRPr lang="pt-BR" sz="1100" dirty="0">
            <a:solidFill>
              <a:srgbClr val="000000"/>
            </a:solidFill>
          </a:endParaRPr>
        </a:p>
      </dgm:t>
    </dgm:pt>
    <dgm:pt modelId="{7FF4A18F-4A16-48FA-9791-758C54A532E4}" type="sibTrans" cxnId="{7538047F-2615-4424-ACF9-43944CC7C103}">
      <dgm:prSet/>
      <dgm:spPr/>
      <dgm:t>
        <a:bodyPr/>
        <a:lstStyle/>
        <a:p>
          <a:endParaRPr lang="pt-BR"/>
        </a:p>
      </dgm:t>
    </dgm:pt>
    <dgm:pt modelId="{C449C06D-84D6-485F-8D71-40507B2D99AE}" type="parTrans" cxnId="{7538047F-2615-4424-ACF9-43944CC7C103}">
      <dgm:prSet/>
      <dgm:spPr/>
      <dgm:t>
        <a:bodyPr/>
        <a:lstStyle/>
        <a:p>
          <a:endParaRPr lang="pt-BR"/>
        </a:p>
      </dgm:t>
    </dgm:pt>
    <dgm:pt modelId="{EC50A6C2-FEEF-4FF1-A52B-029E099E086A}">
      <dgm:prSet custT="1"/>
      <dgm:spPr/>
      <dgm:t>
        <a:bodyPr/>
        <a:lstStyle/>
        <a:p>
          <a:r>
            <a:rPr lang="pt-BR" sz="1100" u="none" dirty="0" smtClean="0">
              <a:solidFill>
                <a:schemeClr val="bg1">
                  <a:lumMod val="10000"/>
                </a:schemeClr>
              </a:solidFill>
            </a:rPr>
            <a:t>Elaborar sumário executivo</a:t>
          </a:r>
          <a:endParaRPr lang="pt-BR" sz="1100" dirty="0">
            <a:solidFill>
              <a:schemeClr val="bg1">
                <a:lumMod val="10000"/>
              </a:schemeClr>
            </a:solidFill>
          </a:endParaRPr>
        </a:p>
      </dgm:t>
    </dgm:pt>
    <dgm:pt modelId="{5FE5FB45-EA55-4F03-8991-FA76567909E0}" type="parTrans" cxnId="{281D1B0F-EC94-40FE-AAED-62664329784E}">
      <dgm:prSet/>
      <dgm:spPr/>
      <dgm:t>
        <a:bodyPr/>
        <a:lstStyle/>
        <a:p>
          <a:endParaRPr lang="pt-BR"/>
        </a:p>
      </dgm:t>
    </dgm:pt>
    <dgm:pt modelId="{C6D7189C-FB71-4C57-916E-3EB843D2C67E}" type="sibTrans" cxnId="{281D1B0F-EC94-40FE-AAED-62664329784E}">
      <dgm:prSet/>
      <dgm:spPr/>
      <dgm:t>
        <a:bodyPr/>
        <a:lstStyle/>
        <a:p>
          <a:endParaRPr lang="pt-BR"/>
        </a:p>
      </dgm:t>
    </dgm:pt>
    <dgm:pt modelId="{89448DE0-C92D-4FF7-95E3-B8ECBD689B8F}">
      <dgm:prSet custT="1"/>
      <dgm:spPr/>
      <dgm:t>
        <a:bodyPr/>
        <a:lstStyle/>
        <a:p>
          <a:r>
            <a:rPr lang="pt-BR" sz="1100" u="none" dirty="0" smtClean="0">
              <a:solidFill>
                <a:schemeClr val="bg1">
                  <a:lumMod val="10000"/>
                </a:schemeClr>
              </a:solidFill>
            </a:rPr>
            <a:t>Encaminhar relatório</a:t>
          </a:r>
          <a:endParaRPr lang="pt-BR" sz="1100" dirty="0">
            <a:solidFill>
              <a:schemeClr val="bg1">
                <a:lumMod val="10000"/>
              </a:schemeClr>
            </a:solidFill>
          </a:endParaRPr>
        </a:p>
      </dgm:t>
    </dgm:pt>
    <dgm:pt modelId="{2EAC91BB-3D95-42BB-962B-F481A21B4104}" type="parTrans" cxnId="{CBCA6E2A-7FE9-4E70-B026-7225FFD4E205}">
      <dgm:prSet/>
      <dgm:spPr/>
      <dgm:t>
        <a:bodyPr/>
        <a:lstStyle/>
        <a:p>
          <a:endParaRPr lang="pt-BR"/>
        </a:p>
      </dgm:t>
    </dgm:pt>
    <dgm:pt modelId="{878AB555-9196-44AE-AA31-ADA1864EDEBA}" type="sibTrans" cxnId="{CBCA6E2A-7FE9-4E70-B026-7225FFD4E205}">
      <dgm:prSet/>
      <dgm:spPr/>
      <dgm:t>
        <a:bodyPr/>
        <a:lstStyle/>
        <a:p>
          <a:endParaRPr lang="pt-BR"/>
        </a:p>
      </dgm:t>
    </dgm:pt>
    <dgm:pt modelId="{5EA089F6-4592-41DC-AD2D-4EAF5021AC6D}">
      <dgm:prSet custT="1"/>
      <dgm:spPr/>
      <dgm:t>
        <a:bodyPr/>
        <a:lstStyle/>
        <a:p>
          <a:r>
            <a:rPr lang="pt-BR" sz="1100" dirty="0" smtClean="0">
              <a:solidFill>
                <a:schemeClr val="bg1">
                  <a:lumMod val="10000"/>
                </a:schemeClr>
              </a:solidFill>
            </a:rPr>
            <a:t>Publicar </a:t>
          </a:r>
          <a:r>
            <a:rPr lang="pt-BR" sz="1100" dirty="0" smtClean="0">
              <a:solidFill>
                <a:schemeClr val="bg1">
                  <a:lumMod val="10000"/>
                </a:schemeClr>
              </a:solidFill>
            </a:rPr>
            <a:t>resultados da auditoria</a:t>
          </a:r>
        </a:p>
      </dgm:t>
    </dgm:pt>
    <dgm:pt modelId="{09C61682-9189-4A71-9A5F-F490411C28AB}" type="parTrans" cxnId="{717160C0-9D22-48BF-8C37-D33AEE076A93}">
      <dgm:prSet/>
      <dgm:spPr/>
      <dgm:t>
        <a:bodyPr/>
        <a:lstStyle/>
        <a:p>
          <a:endParaRPr lang="pt-BR"/>
        </a:p>
      </dgm:t>
    </dgm:pt>
    <dgm:pt modelId="{BAF3A263-4560-45F1-B351-6661AB037905}" type="sibTrans" cxnId="{717160C0-9D22-48BF-8C37-D33AEE076A93}">
      <dgm:prSet/>
      <dgm:spPr/>
      <dgm:t>
        <a:bodyPr/>
        <a:lstStyle/>
        <a:p>
          <a:endParaRPr lang="pt-BR"/>
        </a:p>
      </dgm:t>
    </dgm:pt>
    <dgm:pt modelId="{C232D090-C327-459A-91E3-AB7A60CBDD0F}">
      <dgm:prSet phldrT="[Texto]" custT="1"/>
      <dgm:spPr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pt-BR" sz="1100" dirty="0" smtClean="0">
              <a:solidFill>
                <a:schemeClr val="bg1">
                  <a:lumMod val="10000"/>
                </a:schemeClr>
              </a:solidFill>
            </a:rPr>
            <a:t>Sumário executivo de auditoria (</a:t>
          </a:r>
          <a:r>
            <a:rPr lang="pt-BR" sz="1100" dirty="0" smtClean="0">
              <a:solidFill>
                <a:schemeClr val="bg1">
                  <a:lumMod val="10000"/>
                </a:schemeClr>
              </a:solidFill>
            </a:rPr>
            <a:t>e-</a:t>
          </a:r>
          <a:r>
            <a:rPr lang="pt-BR" sz="1100" dirty="0" err="1" smtClean="0">
              <a:solidFill>
                <a:schemeClr val="bg1">
                  <a:lumMod val="10000"/>
                </a:schemeClr>
              </a:solidFill>
            </a:rPr>
            <a:t>Doc</a:t>
          </a:r>
          <a:r>
            <a:rPr lang="pt-BR" sz="1100" dirty="0" smtClean="0">
              <a:solidFill>
                <a:schemeClr val="bg1">
                  <a:lumMod val="10000"/>
                </a:schemeClr>
              </a:solidFill>
            </a:rPr>
            <a:t>)</a:t>
          </a:r>
        </a:p>
        <a:p>
          <a:r>
            <a:rPr lang="pt-BR" sz="1100" dirty="0" smtClean="0">
              <a:solidFill>
                <a:schemeClr val="bg1">
                  <a:lumMod val="10000"/>
                </a:schemeClr>
              </a:solidFill>
            </a:rPr>
            <a:t>Resultados da auditoria publicados</a:t>
          </a:r>
          <a:endParaRPr lang="pt-BR" sz="1100" dirty="0" smtClean="0">
            <a:solidFill>
              <a:schemeClr val="bg1">
                <a:lumMod val="10000"/>
              </a:schemeClr>
            </a:solidFill>
          </a:endParaRPr>
        </a:p>
      </dgm:t>
    </dgm:pt>
    <dgm:pt modelId="{180078A1-72F1-43DE-9DAE-DDB5A3AFC3F4}" type="parTrans" cxnId="{6743629C-082E-4D46-B207-B941437E12E4}">
      <dgm:prSet/>
      <dgm:spPr/>
      <dgm:t>
        <a:bodyPr/>
        <a:lstStyle/>
        <a:p>
          <a:endParaRPr lang="pt-BR"/>
        </a:p>
      </dgm:t>
    </dgm:pt>
    <dgm:pt modelId="{01AAFD62-8F11-4F70-A20C-A0CB8E1DCE3C}" type="sibTrans" cxnId="{6743629C-082E-4D46-B207-B941437E12E4}">
      <dgm:prSet/>
      <dgm:spPr/>
      <dgm:t>
        <a:bodyPr/>
        <a:lstStyle/>
        <a:p>
          <a:endParaRPr lang="pt-BR"/>
        </a:p>
      </dgm:t>
    </dgm:pt>
    <dgm:pt modelId="{C03C862A-0CD0-4332-87B6-564116F6614A}" type="pres">
      <dgm:prSet presAssocID="{5A898EB7-E69D-4CB5-9B7B-6E6BFDD676D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73AA7FF1-865E-474B-94B7-EAAF69BC51E6}" type="pres">
      <dgm:prSet presAssocID="{32EF8CEF-B2FF-4A80-A469-466C03F5F2AC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9736062-E025-414A-8B6C-FD69B28F8792}" type="pres">
      <dgm:prSet presAssocID="{32EF8CEF-B2FF-4A80-A469-466C03F5F2AC}" presName="bgRect" presStyleLbl="node1" presStyleIdx="0" presStyleCnt="3" custLinFactNeighborX="921" custLinFactNeighborY="458"/>
      <dgm:spPr/>
      <dgm:t>
        <a:bodyPr/>
        <a:lstStyle/>
        <a:p>
          <a:endParaRPr lang="pt-BR"/>
        </a:p>
      </dgm:t>
    </dgm:pt>
    <dgm:pt modelId="{BB6BFDC8-2448-4245-9FAF-15E44D362999}" type="pres">
      <dgm:prSet presAssocID="{32EF8CEF-B2FF-4A80-A469-466C03F5F2AC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C142579-A225-4225-979A-FAA605D4E8E4}" type="pres">
      <dgm:prSet presAssocID="{32EF8CEF-B2FF-4A80-A469-466C03F5F2AC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11FF017-C538-4E0F-BCD6-87DA56C709CB}" type="pres">
      <dgm:prSet presAssocID="{52EE158E-8FA8-4987-8411-829F99C945F3}" presName="hSp" presStyleCnt="0"/>
      <dgm:spPr/>
      <dgm:t>
        <a:bodyPr/>
        <a:lstStyle/>
        <a:p>
          <a:endParaRPr lang="pt-BR"/>
        </a:p>
      </dgm:t>
    </dgm:pt>
    <dgm:pt modelId="{70211659-FEB0-42AE-B8AF-F43AB49C2F10}" type="pres">
      <dgm:prSet presAssocID="{52EE158E-8FA8-4987-8411-829F99C945F3}" presName="vProcSp" presStyleCnt="0"/>
      <dgm:spPr/>
      <dgm:t>
        <a:bodyPr/>
        <a:lstStyle/>
        <a:p>
          <a:endParaRPr lang="pt-BR"/>
        </a:p>
      </dgm:t>
    </dgm:pt>
    <dgm:pt modelId="{488DB08A-6F6F-4DEF-9D0C-996494375A27}" type="pres">
      <dgm:prSet presAssocID="{52EE158E-8FA8-4987-8411-829F99C945F3}" presName="vSp1" presStyleCnt="0"/>
      <dgm:spPr/>
      <dgm:t>
        <a:bodyPr/>
        <a:lstStyle/>
        <a:p>
          <a:endParaRPr lang="pt-BR"/>
        </a:p>
      </dgm:t>
    </dgm:pt>
    <dgm:pt modelId="{F5F8C0F9-D481-42B4-8A7E-46F495C561E7}" type="pres">
      <dgm:prSet presAssocID="{52EE158E-8FA8-4987-8411-829F99C945F3}" presName="simulatedConn" presStyleLbl="solidFgAcc1" presStyleIdx="0" presStyleCnt="2"/>
      <dgm:spPr>
        <a:ln>
          <a:solidFill>
            <a:schemeClr val="bg1">
              <a:lumMod val="10000"/>
            </a:schemeClr>
          </a:solidFill>
        </a:ln>
      </dgm:spPr>
      <dgm:t>
        <a:bodyPr/>
        <a:lstStyle/>
        <a:p>
          <a:endParaRPr lang="pt-BR"/>
        </a:p>
      </dgm:t>
    </dgm:pt>
    <dgm:pt modelId="{7E26BA97-2F53-4CB4-B03C-D913380FBEF4}" type="pres">
      <dgm:prSet presAssocID="{52EE158E-8FA8-4987-8411-829F99C945F3}" presName="vSp2" presStyleCnt="0"/>
      <dgm:spPr/>
      <dgm:t>
        <a:bodyPr/>
        <a:lstStyle/>
        <a:p>
          <a:endParaRPr lang="pt-BR"/>
        </a:p>
      </dgm:t>
    </dgm:pt>
    <dgm:pt modelId="{96E56033-18D3-4EBF-8061-1CAFCAF5E0B0}" type="pres">
      <dgm:prSet presAssocID="{52EE158E-8FA8-4987-8411-829F99C945F3}" presName="sibTrans" presStyleCnt="0"/>
      <dgm:spPr/>
      <dgm:t>
        <a:bodyPr/>
        <a:lstStyle/>
        <a:p>
          <a:endParaRPr lang="pt-BR"/>
        </a:p>
      </dgm:t>
    </dgm:pt>
    <dgm:pt modelId="{25F642E6-BC0F-4773-B4E0-C17D860CF787}" type="pres">
      <dgm:prSet presAssocID="{DF877101-9BB9-4530-8100-A758DA199277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90E00F7-8100-41AB-AFDA-0485ADDE88D0}" type="pres">
      <dgm:prSet presAssocID="{DF877101-9BB9-4530-8100-A758DA199277}" presName="bgRect" presStyleLbl="node1" presStyleIdx="1" presStyleCnt="3"/>
      <dgm:spPr/>
      <dgm:t>
        <a:bodyPr/>
        <a:lstStyle/>
        <a:p>
          <a:endParaRPr lang="pt-BR"/>
        </a:p>
      </dgm:t>
    </dgm:pt>
    <dgm:pt modelId="{64D5A8B0-C782-499F-8639-90AD60FE028D}" type="pres">
      <dgm:prSet presAssocID="{DF877101-9BB9-4530-8100-A758DA199277}" presName="parentNode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57C8837-323E-44B0-83F4-11065CF236AB}" type="pres">
      <dgm:prSet presAssocID="{DF877101-9BB9-4530-8100-A758DA199277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EB0C4B6-850A-4EA2-903C-AD83CC584661}" type="pres">
      <dgm:prSet presAssocID="{DB679BBB-F616-4E62-9DAD-746571926FAB}" presName="hSp" presStyleCnt="0"/>
      <dgm:spPr/>
      <dgm:t>
        <a:bodyPr/>
        <a:lstStyle/>
        <a:p>
          <a:endParaRPr lang="pt-BR"/>
        </a:p>
      </dgm:t>
    </dgm:pt>
    <dgm:pt modelId="{AB0D4643-3BE2-43F9-8E25-A8A539F558F2}" type="pres">
      <dgm:prSet presAssocID="{DB679BBB-F616-4E62-9DAD-746571926FAB}" presName="vProcSp" presStyleCnt="0"/>
      <dgm:spPr/>
      <dgm:t>
        <a:bodyPr/>
        <a:lstStyle/>
        <a:p>
          <a:endParaRPr lang="pt-BR"/>
        </a:p>
      </dgm:t>
    </dgm:pt>
    <dgm:pt modelId="{871AFA06-9D79-46FA-947A-A5E6E690A14E}" type="pres">
      <dgm:prSet presAssocID="{DB679BBB-F616-4E62-9DAD-746571926FAB}" presName="vSp1" presStyleCnt="0"/>
      <dgm:spPr/>
      <dgm:t>
        <a:bodyPr/>
        <a:lstStyle/>
        <a:p>
          <a:endParaRPr lang="pt-BR"/>
        </a:p>
      </dgm:t>
    </dgm:pt>
    <dgm:pt modelId="{617FC347-28C8-489E-8F83-6B91DB4BC825}" type="pres">
      <dgm:prSet presAssocID="{DB679BBB-F616-4E62-9DAD-746571926FAB}" presName="simulatedConn" presStyleLbl="solidFgAcc1" presStyleIdx="1" presStyleCnt="2"/>
      <dgm:spPr>
        <a:ln>
          <a:solidFill>
            <a:schemeClr val="bg1">
              <a:lumMod val="10000"/>
            </a:schemeClr>
          </a:solidFill>
        </a:ln>
      </dgm:spPr>
      <dgm:t>
        <a:bodyPr/>
        <a:lstStyle/>
        <a:p>
          <a:endParaRPr lang="pt-BR"/>
        </a:p>
      </dgm:t>
    </dgm:pt>
    <dgm:pt modelId="{8F70D381-ECFB-4994-9882-0330CC964BEE}" type="pres">
      <dgm:prSet presAssocID="{DB679BBB-F616-4E62-9DAD-746571926FAB}" presName="vSp2" presStyleCnt="0"/>
      <dgm:spPr/>
      <dgm:t>
        <a:bodyPr/>
        <a:lstStyle/>
        <a:p>
          <a:endParaRPr lang="pt-BR"/>
        </a:p>
      </dgm:t>
    </dgm:pt>
    <dgm:pt modelId="{33AA9A55-4D5B-4CDF-9421-9E94A83C0CB9}" type="pres">
      <dgm:prSet presAssocID="{DB679BBB-F616-4E62-9DAD-746571926FAB}" presName="sibTrans" presStyleCnt="0"/>
      <dgm:spPr/>
      <dgm:t>
        <a:bodyPr/>
        <a:lstStyle/>
        <a:p>
          <a:endParaRPr lang="pt-BR"/>
        </a:p>
      </dgm:t>
    </dgm:pt>
    <dgm:pt modelId="{CEFFDDC5-F3FD-4BEC-9772-A16F3691DF06}" type="pres">
      <dgm:prSet presAssocID="{188F29C3-4490-416B-A2E6-45F1B9F90397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AD4BC32-D0CA-49B6-9C46-27A5F0F8F43E}" type="pres">
      <dgm:prSet presAssocID="{188F29C3-4490-416B-A2E6-45F1B9F90397}" presName="bgRect" presStyleLbl="node1" presStyleIdx="2" presStyleCnt="3"/>
      <dgm:spPr/>
      <dgm:t>
        <a:bodyPr/>
        <a:lstStyle/>
        <a:p>
          <a:endParaRPr lang="pt-BR"/>
        </a:p>
      </dgm:t>
    </dgm:pt>
    <dgm:pt modelId="{B8664A91-3597-4E86-9C40-B537C9F3D1ED}" type="pres">
      <dgm:prSet presAssocID="{188F29C3-4490-416B-A2E6-45F1B9F90397}" presName="parentNode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3238E6-023B-43DB-B3C6-3A88C753A43C}" type="pres">
      <dgm:prSet presAssocID="{188F29C3-4490-416B-A2E6-45F1B9F90397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16627E2B-88E2-442E-9AB3-C007BC43988A}" type="presOf" srcId="{CF7AE229-5287-454E-B787-0403C25BA3C6}" destId="{6C142579-A225-4225-979A-FAA605D4E8E4}" srcOrd="0" destOrd="4" presId="urn:microsoft.com/office/officeart/2005/8/layout/hProcess7"/>
    <dgm:cxn modelId="{6CDFC1B1-A200-4DA4-8EF6-B2F9F1DDDB5C}" type="presOf" srcId="{DF877101-9BB9-4530-8100-A758DA199277}" destId="{890E00F7-8100-41AB-AFDA-0485ADDE88D0}" srcOrd="0" destOrd="0" presId="urn:microsoft.com/office/officeart/2005/8/layout/hProcess7"/>
    <dgm:cxn modelId="{99E68960-F08F-45C7-8061-BB7494A15865}" type="presOf" srcId="{CFF66589-F0AD-4196-988A-C424A7FE998F}" destId="{6C142579-A225-4225-979A-FAA605D4E8E4}" srcOrd="0" destOrd="6" presId="urn:microsoft.com/office/officeart/2005/8/layout/hProcess7"/>
    <dgm:cxn modelId="{1011137C-1916-48B0-AAE1-E2A9D1CF2315}" srcId="{DF877101-9BB9-4530-8100-A758DA199277}" destId="{54D77478-AF44-4453-ACAC-9011879B30AA}" srcOrd="0" destOrd="0" parTransId="{18AFDE6A-97A6-442F-AD35-902BDC534C52}" sibTransId="{61CB03CF-A969-4D51-8564-2D1596F44707}"/>
    <dgm:cxn modelId="{7538047F-2615-4424-ACF9-43944CC7C103}" srcId="{32EF8CEF-B2FF-4A80-A469-466C03F5F2AC}" destId="{8A29A291-6487-4B7F-8780-4DAEE531EFE8}" srcOrd="1" destOrd="0" parTransId="{C449C06D-84D6-485F-8D71-40507B2D99AE}" sibTransId="{7FF4A18F-4A16-48FA-9791-758C54A532E4}"/>
    <dgm:cxn modelId="{508EC0FC-3420-4F8E-B579-B1E37AB13E33}" srcId="{32EF8CEF-B2FF-4A80-A469-466C03F5F2AC}" destId="{B2D5881A-213D-42E9-9BEF-68348233EA28}" srcOrd="0" destOrd="0" parTransId="{8A7D7B97-8378-4B54-B0E0-641FEF692757}" sibTransId="{2F7700D0-492D-4DCC-BAB2-CF6EA16162FE}"/>
    <dgm:cxn modelId="{4282022C-39ED-43C2-A98E-6B7732FB2781}" srcId="{32EF8CEF-B2FF-4A80-A469-466C03F5F2AC}" destId="{DA113D93-6744-4C73-9AC2-E576EA6E8D24}" srcOrd="3" destOrd="0" parTransId="{B669FBFE-0F73-4CB8-BA95-C91BAA6B692B}" sibTransId="{363A9F55-BED0-4646-8C93-9DD28B177464}"/>
    <dgm:cxn modelId="{F184B670-4391-41F6-B00C-7D098A97E7F3}" type="presOf" srcId="{DA113D93-6744-4C73-9AC2-E576EA6E8D24}" destId="{6C142579-A225-4225-979A-FAA605D4E8E4}" srcOrd="0" destOrd="3" presId="urn:microsoft.com/office/officeart/2005/8/layout/hProcess7"/>
    <dgm:cxn modelId="{C03E1E2C-26CC-4146-B6A4-CD2D349A338D}" type="presOf" srcId="{89448DE0-C92D-4FF7-95E3-B8ECBD689B8F}" destId="{157C8837-323E-44B0-83F4-11065CF236AB}" srcOrd="0" destOrd="2" presId="urn:microsoft.com/office/officeart/2005/8/layout/hProcess7"/>
    <dgm:cxn modelId="{18CD0047-B391-44A3-80EE-7AD220814B35}" type="presOf" srcId="{54D77478-AF44-4453-ACAC-9011879B30AA}" destId="{157C8837-323E-44B0-83F4-11065CF236AB}" srcOrd="0" destOrd="0" presId="urn:microsoft.com/office/officeart/2005/8/layout/hProcess7"/>
    <dgm:cxn modelId="{11B6668A-F2EB-453B-B180-2A3DC4C9FECD}" srcId="{32EF8CEF-B2FF-4A80-A469-466C03F5F2AC}" destId="{CF7AE229-5287-454E-B787-0403C25BA3C6}" srcOrd="4" destOrd="0" parTransId="{3F61AA38-C6A1-46CD-BE72-1892BA247951}" sibTransId="{0D57BC8B-6910-4C19-87DE-27ED5A0CBB00}"/>
    <dgm:cxn modelId="{49DFB224-352F-43A1-8AFE-953DAFAD7D4C}" type="presOf" srcId="{DF877101-9BB9-4530-8100-A758DA199277}" destId="{64D5A8B0-C782-499F-8639-90AD60FE028D}" srcOrd="1" destOrd="0" presId="urn:microsoft.com/office/officeart/2005/8/layout/hProcess7"/>
    <dgm:cxn modelId="{968150D3-7DC6-4398-A47C-910F0FE6F641}" type="presOf" srcId="{A32D1246-02E1-415D-8FAA-E20A400CF3E7}" destId="{AB3238E6-023B-43DB-B3C6-3A88C753A43C}" srcOrd="0" destOrd="0" presId="urn:microsoft.com/office/officeart/2005/8/layout/hProcess7"/>
    <dgm:cxn modelId="{3A315C59-EDA8-446B-ADCC-DCF1B6125D52}" type="presOf" srcId="{32EF8CEF-B2FF-4A80-A469-466C03F5F2AC}" destId="{59736062-E025-414A-8B6C-FD69B28F8792}" srcOrd="0" destOrd="0" presId="urn:microsoft.com/office/officeart/2005/8/layout/hProcess7"/>
    <dgm:cxn modelId="{281D1B0F-EC94-40FE-AAED-62664329784E}" srcId="{DF877101-9BB9-4530-8100-A758DA199277}" destId="{EC50A6C2-FEEF-4FF1-A52B-029E099E086A}" srcOrd="1" destOrd="0" parTransId="{5FE5FB45-EA55-4F03-8991-FA76567909E0}" sibTransId="{C6D7189C-FB71-4C57-916E-3EB843D2C67E}"/>
    <dgm:cxn modelId="{6743629C-082E-4D46-B207-B941437E12E4}" srcId="{188F29C3-4490-416B-A2E6-45F1B9F90397}" destId="{C232D090-C327-459A-91E3-AB7A60CBDD0F}" srcOrd="1" destOrd="0" parTransId="{180078A1-72F1-43DE-9DAE-DDB5A3AFC3F4}" sibTransId="{01AAFD62-8F11-4F70-A20C-A0CB8E1DCE3C}"/>
    <dgm:cxn modelId="{A6484AD9-9F3A-48E5-A664-ECFA808E8F21}" srcId="{5A898EB7-E69D-4CB5-9B7B-6E6BFDD676DA}" destId="{DF877101-9BB9-4530-8100-A758DA199277}" srcOrd="1" destOrd="0" parTransId="{6BD45C0A-4E49-47DE-B62F-433B083A204C}" sibTransId="{DB679BBB-F616-4E62-9DAD-746571926FAB}"/>
    <dgm:cxn modelId="{EB4C3B74-2C7B-4498-AB76-69F6E3A74165}" srcId="{5A898EB7-E69D-4CB5-9B7B-6E6BFDD676DA}" destId="{188F29C3-4490-416B-A2E6-45F1B9F90397}" srcOrd="2" destOrd="0" parTransId="{C2981D37-2AEC-4A0C-9642-99BBB5035724}" sibTransId="{D7DEC811-BD4C-4BB7-8A7B-2407A49CFD21}"/>
    <dgm:cxn modelId="{EDDC78D3-AD80-47FF-928C-135661EB0F36}" srcId="{32EF8CEF-B2FF-4A80-A469-466C03F5F2AC}" destId="{47BCF1DC-9992-41E0-833D-B27B09F0F7C3}" srcOrd="5" destOrd="0" parTransId="{E153A193-4AA5-47FF-ABF9-7857EA9F85DC}" sibTransId="{CC0E6FF3-DC9C-4D46-9AEA-5A16A66D9C6A}"/>
    <dgm:cxn modelId="{CBCA6E2A-7FE9-4E70-B026-7225FFD4E205}" srcId="{DF877101-9BB9-4530-8100-A758DA199277}" destId="{89448DE0-C92D-4FF7-95E3-B8ECBD689B8F}" srcOrd="2" destOrd="0" parTransId="{2EAC91BB-3D95-42BB-962B-F481A21B4104}" sibTransId="{878AB555-9196-44AE-AA31-ADA1864EDEBA}"/>
    <dgm:cxn modelId="{10BE0407-F70F-4485-8B10-CD7715FD1785}" type="presOf" srcId="{5EA089F6-4592-41DC-AD2D-4EAF5021AC6D}" destId="{157C8837-323E-44B0-83F4-11065CF236AB}" srcOrd="0" destOrd="3" presId="urn:microsoft.com/office/officeart/2005/8/layout/hProcess7"/>
    <dgm:cxn modelId="{E02C62AC-B8D3-4525-86AE-A44BA1839C18}" type="presOf" srcId="{C232D090-C327-459A-91E3-AB7A60CBDD0F}" destId="{AB3238E6-023B-43DB-B3C6-3A88C753A43C}" srcOrd="0" destOrd="1" presId="urn:microsoft.com/office/officeart/2005/8/layout/hProcess7"/>
    <dgm:cxn modelId="{C1954543-313D-4535-9626-258ABCD6DA4F}" srcId="{32EF8CEF-B2FF-4A80-A469-466C03F5F2AC}" destId="{53CE6A1E-3EFD-44E7-AD3E-EF92BF6E6C8C}" srcOrd="2" destOrd="0" parTransId="{89AFC1D6-B6B7-4BA7-804C-2181D40A2E88}" sibTransId="{5694806F-4155-44F7-ABAA-7A0403519516}"/>
    <dgm:cxn modelId="{E2B8B64C-6478-44B8-BB68-782CD0CCF8F2}" type="presOf" srcId="{B2D5881A-213D-42E9-9BEF-68348233EA28}" destId="{6C142579-A225-4225-979A-FAA605D4E8E4}" srcOrd="0" destOrd="0" presId="urn:microsoft.com/office/officeart/2005/8/layout/hProcess7"/>
    <dgm:cxn modelId="{ECB70437-75DE-4449-9777-7CF83602A065}" type="presOf" srcId="{53CE6A1E-3EFD-44E7-AD3E-EF92BF6E6C8C}" destId="{6C142579-A225-4225-979A-FAA605D4E8E4}" srcOrd="0" destOrd="2" presId="urn:microsoft.com/office/officeart/2005/8/layout/hProcess7"/>
    <dgm:cxn modelId="{A5A59BDD-B0E2-45FE-98C6-23613DC10CE1}" type="presOf" srcId="{188F29C3-4490-416B-A2E6-45F1B9F90397}" destId="{B8664A91-3597-4E86-9C40-B537C9F3D1ED}" srcOrd="1" destOrd="0" presId="urn:microsoft.com/office/officeart/2005/8/layout/hProcess7"/>
    <dgm:cxn modelId="{31CD29A0-41E2-4EC1-B85B-21E1AC200F5C}" srcId="{5A898EB7-E69D-4CB5-9B7B-6E6BFDD676DA}" destId="{32EF8CEF-B2FF-4A80-A469-466C03F5F2AC}" srcOrd="0" destOrd="0" parTransId="{888197C1-2BCC-438F-82CA-5F28087E8ECF}" sibTransId="{52EE158E-8FA8-4987-8411-829F99C945F3}"/>
    <dgm:cxn modelId="{73F2F8F3-2CED-4D2F-BE38-9D68C08504D8}" type="presOf" srcId="{8A29A291-6487-4B7F-8780-4DAEE531EFE8}" destId="{6C142579-A225-4225-979A-FAA605D4E8E4}" srcOrd="0" destOrd="1" presId="urn:microsoft.com/office/officeart/2005/8/layout/hProcess7"/>
    <dgm:cxn modelId="{129D42F7-1D86-4187-98FF-87C758A350D9}" type="presOf" srcId="{EC50A6C2-FEEF-4FF1-A52B-029E099E086A}" destId="{157C8837-323E-44B0-83F4-11065CF236AB}" srcOrd="0" destOrd="1" presId="urn:microsoft.com/office/officeart/2005/8/layout/hProcess7"/>
    <dgm:cxn modelId="{F125947E-C29E-4D8D-BF74-18D26228568F}" srcId="{188F29C3-4490-416B-A2E6-45F1B9F90397}" destId="{A32D1246-02E1-415D-8FAA-E20A400CF3E7}" srcOrd="0" destOrd="0" parTransId="{3C3A279D-98F6-4B1E-A15E-35E74F2E0808}" sibTransId="{5B4A5EEF-A42F-48EA-B341-E171E8B1603D}"/>
    <dgm:cxn modelId="{16837141-BB9C-4078-8588-F4A57B7AEC40}" type="presOf" srcId="{32EF8CEF-B2FF-4A80-A469-466C03F5F2AC}" destId="{BB6BFDC8-2448-4245-9FAF-15E44D362999}" srcOrd="1" destOrd="0" presId="urn:microsoft.com/office/officeart/2005/8/layout/hProcess7"/>
    <dgm:cxn modelId="{7AB0B62A-2A21-4E33-A363-6F99E403E216}" srcId="{32EF8CEF-B2FF-4A80-A469-466C03F5F2AC}" destId="{CFF66589-F0AD-4196-988A-C424A7FE998F}" srcOrd="6" destOrd="0" parTransId="{1410FFFD-ABA1-4082-9A81-417D1A239FD9}" sibTransId="{B0FC2192-119D-4B3C-BD88-9B545BBE77DD}"/>
    <dgm:cxn modelId="{717160C0-9D22-48BF-8C37-D33AEE076A93}" srcId="{DF877101-9BB9-4530-8100-A758DA199277}" destId="{5EA089F6-4592-41DC-AD2D-4EAF5021AC6D}" srcOrd="3" destOrd="0" parTransId="{09C61682-9189-4A71-9A5F-F490411C28AB}" sibTransId="{BAF3A263-4560-45F1-B351-6661AB037905}"/>
    <dgm:cxn modelId="{273F7146-E06C-4485-AD3F-4EA6609A51C1}" type="presOf" srcId="{5A898EB7-E69D-4CB5-9B7B-6E6BFDD676DA}" destId="{C03C862A-0CD0-4332-87B6-564116F6614A}" srcOrd="0" destOrd="0" presId="urn:microsoft.com/office/officeart/2005/8/layout/hProcess7"/>
    <dgm:cxn modelId="{1C9F96FA-9E98-4F4C-8A78-209E20703463}" type="presOf" srcId="{47BCF1DC-9992-41E0-833D-B27B09F0F7C3}" destId="{6C142579-A225-4225-979A-FAA605D4E8E4}" srcOrd="0" destOrd="5" presId="urn:microsoft.com/office/officeart/2005/8/layout/hProcess7"/>
    <dgm:cxn modelId="{DD205149-5860-4382-B6E2-AD7372276C8D}" type="presOf" srcId="{188F29C3-4490-416B-A2E6-45F1B9F90397}" destId="{8AD4BC32-D0CA-49B6-9C46-27A5F0F8F43E}" srcOrd="0" destOrd="0" presId="urn:microsoft.com/office/officeart/2005/8/layout/hProcess7"/>
    <dgm:cxn modelId="{519A9BDC-4572-450C-8E48-B5BB89CEA26F}" type="presParOf" srcId="{C03C862A-0CD0-4332-87B6-564116F6614A}" destId="{73AA7FF1-865E-474B-94B7-EAAF69BC51E6}" srcOrd="0" destOrd="0" presId="urn:microsoft.com/office/officeart/2005/8/layout/hProcess7"/>
    <dgm:cxn modelId="{DCD93A1B-8CE7-49ED-9E78-8ABB1F111C08}" type="presParOf" srcId="{73AA7FF1-865E-474B-94B7-EAAF69BC51E6}" destId="{59736062-E025-414A-8B6C-FD69B28F8792}" srcOrd="0" destOrd="0" presId="urn:microsoft.com/office/officeart/2005/8/layout/hProcess7"/>
    <dgm:cxn modelId="{9D3358A6-AE58-47E1-83A9-1C412DBA1714}" type="presParOf" srcId="{73AA7FF1-865E-474B-94B7-EAAF69BC51E6}" destId="{BB6BFDC8-2448-4245-9FAF-15E44D362999}" srcOrd="1" destOrd="0" presId="urn:microsoft.com/office/officeart/2005/8/layout/hProcess7"/>
    <dgm:cxn modelId="{61AA438C-77E3-4179-A68E-D448BC01CED3}" type="presParOf" srcId="{73AA7FF1-865E-474B-94B7-EAAF69BC51E6}" destId="{6C142579-A225-4225-979A-FAA605D4E8E4}" srcOrd="2" destOrd="0" presId="urn:microsoft.com/office/officeart/2005/8/layout/hProcess7"/>
    <dgm:cxn modelId="{FD7A261A-9820-4E74-8029-0678366CC453}" type="presParOf" srcId="{C03C862A-0CD0-4332-87B6-564116F6614A}" destId="{111FF017-C538-4E0F-BCD6-87DA56C709CB}" srcOrd="1" destOrd="0" presId="urn:microsoft.com/office/officeart/2005/8/layout/hProcess7"/>
    <dgm:cxn modelId="{E077D26B-E964-4A00-8881-BFC680E96EAC}" type="presParOf" srcId="{C03C862A-0CD0-4332-87B6-564116F6614A}" destId="{70211659-FEB0-42AE-B8AF-F43AB49C2F10}" srcOrd="2" destOrd="0" presId="urn:microsoft.com/office/officeart/2005/8/layout/hProcess7"/>
    <dgm:cxn modelId="{7A557A53-5880-472B-8A27-8A8FD9918A01}" type="presParOf" srcId="{70211659-FEB0-42AE-B8AF-F43AB49C2F10}" destId="{488DB08A-6F6F-4DEF-9D0C-996494375A27}" srcOrd="0" destOrd="0" presId="urn:microsoft.com/office/officeart/2005/8/layout/hProcess7"/>
    <dgm:cxn modelId="{6F83F568-AF60-478D-A375-97181A5D8C26}" type="presParOf" srcId="{70211659-FEB0-42AE-B8AF-F43AB49C2F10}" destId="{F5F8C0F9-D481-42B4-8A7E-46F495C561E7}" srcOrd="1" destOrd="0" presId="urn:microsoft.com/office/officeart/2005/8/layout/hProcess7"/>
    <dgm:cxn modelId="{BEB6D51B-EE40-41D1-BDA4-D8A9F1E826BA}" type="presParOf" srcId="{70211659-FEB0-42AE-B8AF-F43AB49C2F10}" destId="{7E26BA97-2F53-4CB4-B03C-D913380FBEF4}" srcOrd="2" destOrd="0" presId="urn:microsoft.com/office/officeart/2005/8/layout/hProcess7"/>
    <dgm:cxn modelId="{21AECA00-8ED4-4CE4-AA87-56A78C8D3769}" type="presParOf" srcId="{C03C862A-0CD0-4332-87B6-564116F6614A}" destId="{96E56033-18D3-4EBF-8061-1CAFCAF5E0B0}" srcOrd="3" destOrd="0" presId="urn:microsoft.com/office/officeart/2005/8/layout/hProcess7"/>
    <dgm:cxn modelId="{EE7EB8CE-D479-4B8C-9B85-5BE88CE1BE9B}" type="presParOf" srcId="{C03C862A-0CD0-4332-87B6-564116F6614A}" destId="{25F642E6-BC0F-4773-B4E0-C17D860CF787}" srcOrd="4" destOrd="0" presId="urn:microsoft.com/office/officeart/2005/8/layout/hProcess7"/>
    <dgm:cxn modelId="{B3905804-145F-4A98-B3A8-4D637326FAAE}" type="presParOf" srcId="{25F642E6-BC0F-4773-B4E0-C17D860CF787}" destId="{890E00F7-8100-41AB-AFDA-0485ADDE88D0}" srcOrd="0" destOrd="0" presId="urn:microsoft.com/office/officeart/2005/8/layout/hProcess7"/>
    <dgm:cxn modelId="{1F876408-DF54-4186-A9FF-3718B7680BF0}" type="presParOf" srcId="{25F642E6-BC0F-4773-B4E0-C17D860CF787}" destId="{64D5A8B0-C782-499F-8639-90AD60FE028D}" srcOrd="1" destOrd="0" presId="urn:microsoft.com/office/officeart/2005/8/layout/hProcess7"/>
    <dgm:cxn modelId="{8CC72440-42D0-49EA-8D2E-CD3416791FCC}" type="presParOf" srcId="{25F642E6-BC0F-4773-B4E0-C17D860CF787}" destId="{157C8837-323E-44B0-83F4-11065CF236AB}" srcOrd="2" destOrd="0" presId="urn:microsoft.com/office/officeart/2005/8/layout/hProcess7"/>
    <dgm:cxn modelId="{0CF8E495-2C5B-46F3-8714-70DB4F7106EA}" type="presParOf" srcId="{C03C862A-0CD0-4332-87B6-564116F6614A}" destId="{BEB0C4B6-850A-4EA2-903C-AD83CC584661}" srcOrd="5" destOrd="0" presId="urn:microsoft.com/office/officeart/2005/8/layout/hProcess7"/>
    <dgm:cxn modelId="{D8039200-2EDC-47B8-A405-4CB5274A1A8D}" type="presParOf" srcId="{C03C862A-0CD0-4332-87B6-564116F6614A}" destId="{AB0D4643-3BE2-43F9-8E25-A8A539F558F2}" srcOrd="6" destOrd="0" presId="urn:microsoft.com/office/officeart/2005/8/layout/hProcess7"/>
    <dgm:cxn modelId="{89F1F532-4067-4273-89D5-208BFA267BA6}" type="presParOf" srcId="{AB0D4643-3BE2-43F9-8E25-A8A539F558F2}" destId="{871AFA06-9D79-46FA-947A-A5E6E690A14E}" srcOrd="0" destOrd="0" presId="urn:microsoft.com/office/officeart/2005/8/layout/hProcess7"/>
    <dgm:cxn modelId="{4AA80000-257C-47F0-AACD-49474F91FAD4}" type="presParOf" srcId="{AB0D4643-3BE2-43F9-8E25-A8A539F558F2}" destId="{617FC347-28C8-489E-8F83-6B91DB4BC825}" srcOrd="1" destOrd="0" presId="urn:microsoft.com/office/officeart/2005/8/layout/hProcess7"/>
    <dgm:cxn modelId="{9EABCEA7-63D4-47D5-B40E-4E67D2EE8244}" type="presParOf" srcId="{AB0D4643-3BE2-43F9-8E25-A8A539F558F2}" destId="{8F70D381-ECFB-4994-9882-0330CC964BEE}" srcOrd="2" destOrd="0" presId="urn:microsoft.com/office/officeart/2005/8/layout/hProcess7"/>
    <dgm:cxn modelId="{1A4970B8-C244-4BEC-AD44-3060D8500484}" type="presParOf" srcId="{C03C862A-0CD0-4332-87B6-564116F6614A}" destId="{33AA9A55-4D5B-4CDF-9421-9E94A83C0CB9}" srcOrd="7" destOrd="0" presId="urn:microsoft.com/office/officeart/2005/8/layout/hProcess7"/>
    <dgm:cxn modelId="{7A1CDFBD-5C12-4D10-AA03-3831438C6B7D}" type="presParOf" srcId="{C03C862A-0CD0-4332-87B6-564116F6614A}" destId="{CEFFDDC5-F3FD-4BEC-9772-A16F3691DF06}" srcOrd="8" destOrd="0" presId="urn:microsoft.com/office/officeart/2005/8/layout/hProcess7"/>
    <dgm:cxn modelId="{03E8FEA8-68CA-44D6-94C7-D52C85757B4B}" type="presParOf" srcId="{CEFFDDC5-F3FD-4BEC-9772-A16F3691DF06}" destId="{8AD4BC32-D0CA-49B6-9C46-27A5F0F8F43E}" srcOrd="0" destOrd="0" presId="urn:microsoft.com/office/officeart/2005/8/layout/hProcess7"/>
    <dgm:cxn modelId="{5020ED84-0631-44DF-BED3-DCE25AB5F06A}" type="presParOf" srcId="{CEFFDDC5-F3FD-4BEC-9772-A16F3691DF06}" destId="{B8664A91-3597-4E86-9C40-B537C9F3D1ED}" srcOrd="1" destOrd="0" presId="urn:microsoft.com/office/officeart/2005/8/layout/hProcess7"/>
    <dgm:cxn modelId="{5FE520A7-459B-4CB4-8E7F-1B1F153EC913}" type="presParOf" srcId="{CEFFDDC5-F3FD-4BEC-9772-A16F3691DF06}" destId="{AB3238E6-023B-43DB-B3C6-3A88C753A43C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A898EB7-E69D-4CB5-9B7B-6E6BFDD676DA}" type="doc">
      <dgm:prSet loTypeId="urn:microsoft.com/office/officeart/2005/8/layout/hProcess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2EF8CEF-B2FF-4A80-A469-466C03F5F2AC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2800" dirty="0" smtClean="0"/>
            <a:t>ENTRADAS</a:t>
          </a:r>
          <a:endParaRPr lang="pt-BR" sz="2800" dirty="0"/>
        </a:p>
      </dgm:t>
    </dgm:pt>
    <dgm:pt modelId="{888197C1-2BCC-438F-82CA-5F28087E8ECF}" type="parTrans" cxnId="{31CD29A0-41E2-4EC1-B85B-21E1AC200F5C}">
      <dgm:prSet/>
      <dgm:spPr/>
      <dgm:t>
        <a:bodyPr/>
        <a:lstStyle/>
        <a:p>
          <a:endParaRPr lang="pt-BR"/>
        </a:p>
      </dgm:t>
    </dgm:pt>
    <dgm:pt modelId="{52EE158E-8FA8-4987-8411-829F99C945F3}" type="sibTrans" cxnId="{31CD29A0-41E2-4EC1-B85B-21E1AC200F5C}">
      <dgm:prSet/>
      <dgm:spPr/>
      <dgm:t>
        <a:bodyPr/>
        <a:lstStyle/>
        <a:p>
          <a:endParaRPr lang="pt-BR"/>
        </a:p>
      </dgm:t>
    </dgm:pt>
    <dgm:pt modelId="{B2D5881A-213D-42E9-9BEF-68348233EA28}">
      <dgm:prSet phldrT="[Texto]" custT="1"/>
      <dgm:spPr/>
      <dgm:t>
        <a:bodyPr/>
        <a:lstStyle/>
        <a:p>
          <a:r>
            <a:rPr lang="pt-BR" sz="1600" dirty="0" smtClean="0">
              <a:solidFill>
                <a:srgbClr val="000000"/>
              </a:solidFill>
            </a:rPr>
            <a:t>Escopo e objetivo da auditoria</a:t>
          </a:r>
          <a:endParaRPr lang="pt-BR" sz="1600" dirty="0">
            <a:solidFill>
              <a:srgbClr val="000000"/>
            </a:solidFill>
          </a:endParaRPr>
        </a:p>
      </dgm:t>
    </dgm:pt>
    <dgm:pt modelId="{8A7D7B97-8378-4B54-B0E0-641FEF692757}" type="parTrans" cxnId="{508EC0FC-3420-4F8E-B579-B1E37AB13E33}">
      <dgm:prSet/>
      <dgm:spPr/>
      <dgm:t>
        <a:bodyPr/>
        <a:lstStyle/>
        <a:p>
          <a:endParaRPr lang="pt-BR"/>
        </a:p>
      </dgm:t>
    </dgm:pt>
    <dgm:pt modelId="{2F7700D0-492D-4DCC-BAB2-CF6EA16162FE}" type="sibTrans" cxnId="{508EC0FC-3420-4F8E-B579-B1E37AB13E33}">
      <dgm:prSet/>
      <dgm:spPr/>
      <dgm:t>
        <a:bodyPr/>
        <a:lstStyle/>
        <a:p>
          <a:endParaRPr lang="pt-BR"/>
        </a:p>
      </dgm:t>
    </dgm:pt>
    <dgm:pt modelId="{54D77478-AF44-4453-ACAC-9011879B30AA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600" u="none" dirty="0" smtClean="0">
              <a:solidFill>
                <a:schemeClr val="bg1">
                  <a:lumMod val="10000"/>
                </a:schemeClr>
              </a:solidFill>
            </a:rPr>
            <a:t>Elaborar relatório</a:t>
          </a:r>
          <a:endParaRPr lang="pt-BR" sz="1600" dirty="0">
            <a:solidFill>
              <a:srgbClr val="000000"/>
            </a:solidFill>
          </a:endParaRPr>
        </a:p>
      </dgm:t>
    </dgm:pt>
    <dgm:pt modelId="{18AFDE6A-97A6-442F-AD35-902BDC534C52}" type="parTrans" cxnId="{1011137C-1916-48B0-AAE1-E2A9D1CF2315}">
      <dgm:prSet/>
      <dgm:spPr/>
      <dgm:t>
        <a:bodyPr/>
        <a:lstStyle/>
        <a:p>
          <a:endParaRPr lang="pt-BR"/>
        </a:p>
      </dgm:t>
    </dgm:pt>
    <dgm:pt modelId="{61CB03CF-A969-4D51-8564-2D1596F44707}" type="sibTrans" cxnId="{1011137C-1916-48B0-AAE1-E2A9D1CF2315}">
      <dgm:prSet/>
      <dgm:spPr/>
      <dgm:t>
        <a:bodyPr/>
        <a:lstStyle/>
        <a:p>
          <a:endParaRPr lang="pt-BR"/>
        </a:p>
      </dgm:t>
    </dgm:pt>
    <dgm:pt modelId="{A32D1246-02E1-415D-8FAA-E20A400CF3E7}">
      <dgm:prSet phldrT="[Texto]" custT="1"/>
      <dgm:spPr/>
      <dgm:t>
        <a:bodyPr/>
        <a:lstStyle/>
        <a:p>
          <a:r>
            <a:rPr lang="pt-BR" sz="1600" dirty="0" smtClean="0">
              <a:solidFill>
                <a:schemeClr val="bg1">
                  <a:lumMod val="10000"/>
                </a:schemeClr>
              </a:solidFill>
            </a:rPr>
            <a:t>Relatório de auditoria (e-</a:t>
          </a:r>
          <a:r>
            <a:rPr lang="pt-BR" sz="1600" dirty="0" err="1" smtClean="0">
              <a:solidFill>
                <a:schemeClr val="bg1">
                  <a:lumMod val="10000"/>
                </a:schemeClr>
              </a:solidFill>
            </a:rPr>
            <a:t>Doc</a:t>
          </a:r>
          <a:r>
            <a:rPr lang="pt-BR" sz="1600" dirty="0" smtClean="0">
              <a:solidFill>
                <a:schemeClr val="bg1">
                  <a:lumMod val="10000"/>
                </a:schemeClr>
              </a:solidFill>
            </a:rPr>
            <a:t> e publicado no portal)</a:t>
          </a:r>
          <a:endParaRPr lang="pt-BR" sz="1600" dirty="0">
            <a:solidFill>
              <a:srgbClr val="000000"/>
            </a:solidFill>
          </a:endParaRPr>
        </a:p>
      </dgm:t>
    </dgm:pt>
    <dgm:pt modelId="{3C3A279D-98F6-4B1E-A15E-35E74F2E0808}" type="parTrans" cxnId="{F125947E-C29E-4D8D-BF74-18D26228568F}">
      <dgm:prSet/>
      <dgm:spPr/>
      <dgm:t>
        <a:bodyPr/>
        <a:lstStyle/>
        <a:p>
          <a:endParaRPr lang="pt-BR"/>
        </a:p>
      </dgm:t>
    </dgm:pt>
    <dgm:pt modelId="{5B4A5EEF-A42F-48EA-B341-E171E8B1603D}" type="sibTrans" cxnId="{F125947E-C29E-4D8D-BF74-18D26228568F}">
      <dgm:prSet/>
      <dgm:spPr/>
      <dgm:t>
        <a:bodyPr/>
        <a:lstStyle/>
        <a:p>
          <a:endParaRPr lang="pt-BR"/>
        </a:p>
      </dgm:t>
    </dgm:pt>
    <dgm:pt modelId="{18D8E9BC-1C3D-48F7-B1E4-273C70F7D4F8}">
      <dgm:prSet custT="1"/>
      <dgm:spPr/>
      <dgm:t>
        <a:bodyPr/>
        <a:lstStyle/>
        <a:p>
          <a:r>
            <a:rPr lang="pt-BR" sz="2800" dirty="0" smtClean="0"/>
            <a:t>SAÍDAS</a:t>
          </a:r>
          <a:endParaRPr lang="pt-BR" sz="2800" dirty="0"/>
        </a:p>
      </dgm:t>
    </dgm:pt>
    <dgm:pt modelId="{06CC9ECA-E537-48B2-BECD-798073FF656C}" type="parTrans" cxnId="{F2D13CD3-7C02-4937-A183-4EC22F5BB775}">
      <dgm:prSet/>
      <dgm:spPr/>
      <dgm:t>
        <a:bodyPr/>
        <a:lstStyle/>
        <a:p>
          <a:endParaRPr lang="pt-BR"/>
        </a:p>
      </dgm:t>
    </dgm:pt>
    <dgm:pt modelId="{F8464512-367E-4150-AC3D-3C408560873C}" type="sibTrans" cxnId="{F2D13CD3-7C02-4937-A183-4EC22F5BB775}">
      <dgm:prSet/>
      <dgm:spPr/>
      <dgm:t>
        <a:bodyPr/>
        <a:lstStyle/>
        <a:p>
          <a:endParaRPr lang="pt-BR"/>
        </a:p>
      </dgm:t>
    </dgm:pt>
    <dgm:pt modelId="{2AD7D540-2DCE-496E-AC36-72AF67A82895}">
      <dgm:prSet custT="1"/>
      <dgm:spPr/>
      <dgm:t>
        <a:bodyPr/>
        <a:lstStyle/>
        <a:p>
          <a:r>
            <a:rPr lang="pt-BR" sz="2800" dirty="0" smtClean="0"/>
            <a:t>ATIVIDADES</a:t>
          </a:r>
          <a:endParaRPr lang="pt-BR" sz="1500" dirty="0">
            <a:solidFill>
              <a:schemeClr val="bg1">
                <a:lumMod val="10000"/>
              </a:schemeClr>
            </a:solidFill>
          </a:endParaRPr>
        </a:p>
      </dgm:t>
    </dgm:pt>
    <dgm:pt modelId="{416DE802-1183-4AB7-B13F-1A2431339657}" type="parTrans" cxnId="{3146E57F-28A5-4D58-8A07-DC12CBADD98E}">
      <dgm:prSet/>
      <dgm:spPr/>
      <dgm:t>
        <a:bodyPr/>
        <a:lstStyle/>
        <a:p>
          <a:endParaRPr lang="pt-BR"/>
        </a:p>
      </dgm:t>
    </dgm:pt>
    <dgm:pt modelId="{85D55937-A2B0-4EB1-9AC7-12722BCE8E59}" type="sibTrans" cxnId="{3146E57F-28A5-4D58-8A07-DC12CBADD98E}">
      <dgm:prSet/>
      <dgm:spPr/>
      <dgm:t>
        <a:bodyPr/>
        <a:lstStyle/>
        <a:p>
          <a:endParaRPr lang="pt-BR"/>
        </a:p>
      </dgm:t>
    </dgm:pt>
    <dgm:pt modelId="{B0FE40E3-8858-4734-8726-6D2BC9A5F6DD}">
      <dgm:prSet custT="1"/>
      <dgm:spPr/>
      <dgm:t>
        <a:bodyPr/>
        <a:lstStyle/>
        <a:p>
          <a:r>
            <a:rPr lang="pt-BR" sz="1600" dirty="0" smtClean="0">
              <a:solidFill>
                <a:srgbClr val="000000"/>
              </a:solidFill>
            </a:rPr>
            <a:t>Entendimento do objeto</a:t>
          </a:r>
          <a:endParaRPr lang="pt-BR" sz="1600" dirty="0">
            <a:solidFill>
              <a:srgbClr val="000000"/>
            </a:solidFill>
          </a:endParaRPr>
        </a:p>
      </dgm:t>
    </dgm:pt>
    <dgm:pt modelId="{D215C8CC-F67C-4FC6-9E95-49E71CA72C5B}" type="parTrans" cxnId="{6194A2CF-660F-4017-8B9C-F97E4058C243}">
      <dgm:prSet/>
      <dgm:spPr/>
      <dgm:t>
        <a:bodyPr/>
        <a:lstStyle/>
        <a:p>
          <a:endParaRPr lang="pt-BR"/>
        </a:p>
      </dgm:t>
    </dgm:pt>
    <dgm:pt modelId="{F46553EC-6885-4EA5-BC86-D6BDEAC68C56}" type="sibTrans" cxnId="{6194A2CF-660F-4017-8B9C-F97E4058C243}">
      <dgm:prSet/>
      <dgm:spPr/>
      <dgm:t>
        <a:bodyPr/>
        <a:lstStyle/>
        <a:p>
          <a:endParaRPr lang="pt-BR"/>
        </a:p>
      </dgm:t>
    </dgm:pt>
    <dgm:pt modelId="{45FDF608-1BE7-47D3-8209-9B444BECA4E2}">
      <dgm:prSet custT="1"/>
      <dgm:spPr/>
      <dgm:t>
        <a:bodyPr/>
        <a:lstStyle/>
        <a:p>
          <a:r>
            <a:rPr lang="pt-BR" sz="1600" dirty="0" smtClean="0">
              <a:solidFill>
                <a:srgbClr val="000000"/>
              </a:solidFill>
            </a:rPr>
            <a:t>Evidências de auditoria</a:t>
          </a:r>
          <a:endParaRPr lang="pt-BR" sz="1600" dirty="0">
            <a:solidFill>
              <a:srgbClr val="000000"/>
            </a:solidFill>
          </a:endParaRPr>
        </a:p>
      </dgm:t>
    </dgm:pt>
    <dgm:pt modelId="{887CF9D2-F34A-48C2-B325-49878D4A6F3C}" type="parTrans" cxnId="{299C79DE-0D94-49D7-8A50-36248EDD2EC3}">
      <dgm:prSet/>
      <dgm:spPr/>
      <dgm:t>
        <a:bodyPr/>
        <a:lstStyle/>
        <a:p>
          <a:endParaRPr lang="pt-BR"/>
        </a:p>
      </dgm:t>
    </dgm:pt>
    <dgm:pt modelId="{172B0F6E-BD02-4A3B-9A3E-DB71BF2A50BA}" type="sibTrans" cxnId="{299C79DE-0D94-49D7-8A50-36248EDD2EC3}">
      <dgm:prSet/>
      <dgm:spPr/>
      <dgm:t>
        <a:bodyPr/>
        <a:lstStyle/>
        <a:p>
          <a:endParaRPr lang="pt-BR"/>
        </a:p>
      </dgm:t>
    </dgm:pt>
    <dgm:pt modelId="{7C536F10-4F40-4C60-832D-F1F9D7E0652B}">
      <dgm:prSet custT="1"/>
      <dgm:spPr/>
      <dgm:t>
        <a:bodyPr/>
        <a:lstStyle/>
        <a:p>
          <a:r>
            <a:rPr lang="pt-BR" sz="1600" dirty="0" smtClean="0">
              <a:solidFill>
                <a:srgbClr val="000000"/>
              </a:solidFill>
            </a:rPr>
            <a:t>Respostas à solicitação de esclarecimentos</a:t>
          </a:r>
          <a:endParaRPr lang="pt-BR" sz="1600" dirty="0">
            <a:solidFill>
              <a:srgbClr val="000000"/>
            </a:solidFill>
          </a:endParaRPr>
        </a:p>
      </dgm:t>
    </dgm:pt>
    <dgm:pt modelId="{DDA65EC8-24D2-4CF8-AD4A-8743E23983E5}" type="parTrans" cxnId="{72594BAE-1309-4C57-8291-BFF406F5E2B7}">
      <dgm:prSet/>
      <dgm:spPr/>
      <dgm:t>
        <a:bodyPr/>
        <a:lstStyle/>
        <a:p>
          <a:endParaRPr lang="pt-BR"/>
        </a:p>
      </dgm:t>
    </dgm:pt>
    <dgm:pt modelId="{33ADE7D8-EDA6-4BF8-AA93-28EB6B3142ED}" type="sibTrans" cxnId="{72594BAE-1309-4C57-8291-BFF406F5E2B7}">
      <dgm:prSet/>
      <dgm:spPr/>
      <dgm:t>
        <a:bodyPr/>
        <a:lstStyle/>
        <a:p>
          <a:endParaRPr lang="pt-BR"/>
        </a:p>
      </dgm:t>
    </dgm:pt>
    <dgm:pt modelId="{37081299-C80C-454F-97E9-ACB8DBFD2638}">
      <dgm:prSet custT="1"/>
      <dgm:spPr/>
      <dgm:t>
        <a:bodyPr/>
        <a:lstStyle/>
        <a:p>
          <a:r>
            <a:rPr lang="pt-BR" sz="1600" dirty="0" smtClean="0">
              <a:solidFill>
                <a:srgbClr val="000000"/>
              </a:solidFill>
            </a:rPr>
            <a:t>Achados de auditoria</a:t>
          </a:r>
          <a:endParaRPr lang="pt-BR" sz="1600" dirty="0">
            <a:solidFill>
              <a:srgbClr val="000000"/>
            </a:solidFill>
          </a:endParaRPr>
        </a:p>
      </dgm:t>
    </dgm:pt>
    <dgm:pt modelId="{89E4AE42-148F-477B-8EA5-D8E9EF213A2F}" type="parTrans" cxnId="{B470ABC8-D9F4-4C24-ACBD-C4F812F3DCB8}">
      <dgm:prSet/>
      <dgm:spPr/>
      <dgm:t>
        <a:bodyPr/>
        <a:lstStyle/>
        <a:p>
          <a:endParaRPr lang="pt-BR"/>
        </a:p>
      </dgm:t>
    </dgm:pt>
    <dgm:pt modelId="{D0DB6D14-2A25-4AB0-810D-4B869295B0DE}" type="sibTrans" cxnId="{B470ABC8-D9F4-4C24-ACBD-C4F812F3DCB8}">
      <dgm:prSet/>
      <dgm:spPr/>
      <dgm:t>
        <a:bodyPr/>
        <a:lstStyle/>
        <a:p>
          <a:endParaRPr lang="pt-BR"/>
        </a:p>
      </dgm:t>
    </dgm:pt>
    <dgm:pt modelId="{F7307DF2-89F6-446F-AC40-D2FBF53F947C}">
      <dgm:prSet custT="1"/>
      <dgm:spPr/>
      <dgm:t>
        <a:bodyPr/>
        <a:lstStyle/>
        <a:p>
          <a:r>
            <a:rPr lang="pt-BR" sz="1600" dirty="0" smtClean="0">
              <a:solidFill>
                <a:srgbClr val="000000"/>
              </a:solidFill>
            </a:rPr>
            <a:t>Notas de auditoria</a:t>
          </a:r>
        </a:p>
      </dgm:t>
    </dgm:pt>
    <dgm:pt modelId="{F98B8A86-4650-42AF-88A9-C324D9D2CEE5}" type="parTrans" cxnId="{674B62F9-4129-4AB9-8B37-D7D41C4C0A12}">
      <dgm:prSet/>
      <dgm:spPr/>
      <dgm:t>
        <a:bodyPr/>
        <a:lstStyle/>
        <a:p>
          <a:endParaRPr lang="pt-BR"/>
        </a:p>
      </dgm:t>
    </dgm:pt>
    <dgm:pt modelId="{EAC935DD-ABA5-4AF8-A26D-2053FEBB47EF}" type="sibTrans" cxnId="{674B62F9-4129-4AB9-8B37-D7D41C4C0A12}">
      <dgm:prSet/>
      <dgm:spPr/>
      <dgm:t>
        <a:bodyPr/>
        <a:lstStyle/>
        <a:p>
          <a:endParaRPr lang="pt-BR"/>
        </a:p>
      </dgm:t>
    </dgm:pt>
    <dgm:pt modelId="{2CF04FD8-5CB6-4B08-AB93-6EFB5021E028}">
      <dgm:prSet custT="1"/>
      <dgm:spPr/>
      <dgm:t>
        <a:bodyPr/>
        <a:lstStyle/>
        <a:p>
          <a:r>
            <a:rPr lang="pt-BR" sz="1600" dirty="0" smtClean="0">
              <a:solidFill>
                <a:srgbClr val="000000"/>
              </a:solidFill>
            </a:rPr>
            <a:t>Recomendações de auditoria</a:t>
          </a:r>
          <a:endParaRPr lang="pt-BR" sz="1600" dirty="0">
            <a:solidFill>
              <a:srgbClr val="000000"/>
            </a:solidFill>
          </a:endParaRPr>
        </a:p>
      </dgm:t>
    </dgm:pt>
    <dgm:pt modelId="{92721B00-98DB-4ECB-988A-9F30C025D682}" type="parTrans" cxnId="{6197D16E-856D-44CE-9EC8-43B6F35FF6FB}">
      <dgm:prSet/>
      <dgm:spPr/>
      <dgm:t>
        <a:bodyPr/>
        <a:lstStyle/>
        <a:p>
          <a:endParaRPr lang="pt-BR"/>
        </a:p>
      </dgm:t>
    </dgm:pt>
    <dgm:pt modelId="{2B439BEA-1C5D-4743-BEE9-03B38DEEFFD3}" type="sibTrans" cxnId="{6197D16E-856D-44CE-9EC8-43B6F35FF6FB}">
      <dgm:prSet/>
      <dgm:spPr/>
      <dgm:t>
        <a:bodyPr/>
        <a:lstStyle/>
        <a:p>
          <a:endParaRPr lang="pt-BR"/>
        </a:p>
      </dgm:t>
    </dgm:pt>
    <dgm:pt modelId="{8881918D-583A-43BB-9F87-7488B31DC4B1}">
      <dgm:prSet custT="1"/>
      <dgm:spPr/>
      <dgm:t>
        <a:bodyPr/>
        <a:lstStyle/>
        <a:p>
          <a:r>
            <a:rPr lang="pt-BR" sz="1600" dirty="0" smtClean="0">
              <a:solidFill>
                <a:srgbClr val="000000"/>
              </a:solidFill>
            </a:rPr>
            <a:t>Plano de ação</a:t>
          </a:r>
          <a:endParaRPr lang="pt-BR" sz="1600" dirty="0">
            <a:solidFill>
              <a:srgbClr val="000000"/>
            </a:solidFill>
          </a:endParaRPr>
        </a:p>
      </dgm:t>
    </dgm:pt>
    <dgm:pt modelId="{1BED51A8-CBC0-4A66-9DCE-6E6E3002AD61}" type="parTrans" cxnId="{B754AE62-1257-4CB4-A920-59C97C52961C}">
      <dgm:prSet/>
      <dgm:spPr/>
      <dgm:t>
        <a:bodyPr/>
        <a:lstStyle/>
        <a:p>
          <a:endParaRPr lang="pt-BR"/>
        </a:p>
      </dgm:t>
    </dgm:pt>
    <dgm:pt modelId="{D855DBD4-3002-458A-B7E7-0882D38439DD}" type="sibTrans" cxnId="{B754AE62-1257-4CB4-A920-59C97C52961C}">
      <dgm:prSet/>
      <dgm:spPr/>
      <dgm:t>
        <a:bodyPr/>
        <a:lstStyle/>
        <a:p>
          <a:endParaRPr lang="pt-BR"/>
        </a:p>
      </dgm:t>
    </dgm:pt>
    <dgm:pt modelId="{033C8463-0720-4A21-BAD5-CED723796E32}">
      <dgm:prSet custT="1"/>
      <dgm:spPr/>
      <dgm:t>
        <a:bodyPr/>
        <a:lstStyle/>
        <a:p>
          <a:r>
            <a:rPr lang="pt-BR" sz="1600" u="none" dirty="0" smtClean="0">
              <a:solidFill>
                <a:schemeClr val="bg1">
                  <a:lumMod val="10000"/>
                </a:schemeClr>
              </a:solidFill>
            </a:rPr>
            <a:t>Elaborar sumário executivo</a:t>
          </a:r>
          <a:endParaRPr lang="pt-BR" sz="1600" dirty="0">
            <a:solidFill>
              <a:schemeClr val="bg1">
                <a:lumMod val="10000"/>
              </a:schemeClr>
            </a:solidFill>
          </a:endParaRPr>
        </a:p>
      </dgm:t>
    </dgm:pt>
    <dgm:pt modelId="{1FB34E61-07B1-462E-B543-FBC54A30E0F6}" type="parTrans" cxnId="{0DDE14AA-F860-4C3C-9C9D-5BCD81AD2336}">
      <dgm:prSet/>
      <dgm:spPr/>
      <dgm:t>
        <a:bodyPr/>
        <a:lstStyle/>
        <a:p>
          <a:endParaRPr lang="pt-BR"/>
        </a:p>
      </dgm:t>
    </dgm:pt>
    <dgm:pt modelId="{2049B104-C8F8-4F17-932B-22578B9A7CCB}" type="sibTrans" cxnId="{0DDE14AA-F860-4C3C-9C9D-5BCD81AD2336}">
      <dgm:prSet/>
      <dgm:spPr/>
      <dgm:t>
        <a:bodyPr/>
        <a:lstStyle/>
        <a:p>
          <a:endParaRPr lang="pt-BR"/>
        </a:p>
      </dgm:t>
    </dgm:pt>
    <dgm:pt modelId="{2B9585F3-D8A9-475F-9797-C8342BA79B70}">
      <dgm:prSet custT="1"/>
      <dgm:spPr/>
      <dgm:t>
        <a:bodyPr/>
        <a:lstStyle/>
        <a:p>
          <a:r>
            <a:rPr lang="pt-BR" sz="1600" u="none" dirty="0" smtClean="0">
              <a:solidFill>
                <a:schemeClr val="bg1">
                  <a:lumMod val="10000"/>
                </a:schemeClr>
              </a:solidFill>
            </a:rPr>
            <a:t>Encaminhar relatório</a:t>
          </a:r>
          <a:endParaRPr lang="pt-BR" sz="1600" dirty="0">
            <a:solidFill>
              <a:schemeClr val="bg1">
                <a:lumMod val="10000"/>
              </a:schemeClr>
            </a:solidFill>
          </a:endParaRPr>
        </a:p>
      </dgm:t>
    </dgm:pt>
    <dgm:pt modelId="{3D7EAEE1-2E2F-4D46-A97D-F40C8C412745}" type="parTrans" cxnId="{5048EE9B-C3B7-42E4-8031-051C78C9A0C8}">
      <dgm:prSet/>
      <dgm:spPr/>
      <dgm:t>
        <a:bodyPr/>
        <a:lstStyle/>
        <a:p>
          <a:endParaRPr lang="pt-BR"/>
        </a:p>
      </dgm:t>
    </dgm:pt>
    <dgm:pt modelId="{95843D68-7584-4482-BCA5-0C39C0C77D63}" type="sibTrans" cxnId="{5048EE9B-C3B7-42E4-8031-051C78C9A0C8}">
      <dgm:prSet/>
      <dgm:spPr/>
      <dgm:t>
        <a:bodyPr/>
        <a:lstStyle/>
        <a:p>
          <a:endParaRPr lang="pt-BR"/>
        </a:p>
      </dgm:t>
    </dgm:pt>
    <dgm:pt modelId="{18E3DB1E-B91E-4F30-91C7-E3F0B15658CF}">
      <dgm:prSet custT="1"/>
      <dgm:spPr/>
      <dgm:t>
        <a:bodyPr/>
        <a:lstStyle/>
        <a:p>
          <a:r>
            <a:rPr lang="pt-BR" sz="1600" dirty="0" smtClean="0">
              <a:solidFill>
                <a:schemeClr val="bg1">
                  <a:lumMod val="10000"/>
                </a:schemeClr>
              </a:solidFill>
            </a:rPr>
            <a:t>Publicar relatório</a:t>
          </a:r>
          <a:endParaRPr lang="pt-BR" sz="1600" dirty="0">
            <a:solidFill>
              <a:schemeClr val="bg1">
                <a:lumMod val="10000"/>
              </a:schemeClr>
            </a:solidFill>
          </a:endParaRPr>
        </a:p>
      </dgm:t>
    </dgm:pt>
    <dgm:pt modelId="{9DB45D9F-3062-4D47-9298-3F547D3A1AB3}" type="parTrans" cxnId="{57A1F099-B63C-42F0-ADF3-BC67683B372C}">
      <dgm:prSet/>
      <dgm:spPr/>
      <dgm:t>
        <a:bodyPr/>
        <a:lstStyle/>
        <a:p>
          <a:endParaRPr lang="pt-BR"/>
        </a:p>
      </dgm:t>
    </dgm:pt>
    <dgm:pt modelId="{2EED8533-895B-4500-BA26-813CE400F23D}" type="sibTrans" cxnId="{57A1F099-B63C-42F0-ADF3-BC67683B372C}">
      <dgm:prSet/>
      <dgm:spPr/>
      <dgm:t>
        <a:bodyPr/>
        <a:lstStyle/>
        <a:p>
          <a:endParaRPr lang="pt-BR"/>
        </a:p>
      </dgm:t>
    </dgm:pt>
    <dgm:pt modelId="{64A7E5E1-9A62-4080-A5D1-A1F8B123778B}">
      <dgm:prSet custT="1"/>
      <dgm:spPr/>
      <dgm:t>
        <a:bodyPr/>
        <a:lstStyle/>
        <a:p>
          <a:r>
            <a:rPr lang="pt-BR" sz="1600" dirty="0" smtClean="0">
              <a:solidFill>
                <a:schemeClr val="bg1">
                  <a:lumMod val="10000"/>
                </a:schemeClr>
              </a:solidFill>
            </a:rPr>
            <a:t>Sumário executivo de auditoria (e-</a:t>
          </a:r>
          <a:r>
            <a:rPr lang="pt-BR" sz="1600" dirty="0" err="1" smtClean="0">
              <a:solidFill>
                <a:schemeClr val="bg1">
                  <a:lumMod val="10000"/>
                </a:schemeClr>
              </a:solidFill>
            </a:rPr>
            <a:t>Doc</a:t>
          </a:r>
          <a:r>
            <a:rPr lang="pt-BR" sz="1600" dirty="0" smtClean="0">
              <a:solidFill>
                <a:schemeClr val="bg1">
                  <a:lumMod val="10000"/>
                </a:schemeClr>
              </a:solidFill>
            </a:rPr>
            <a:t> e publicado no portal)</a:t>
          </a:r>
        </a:p>
      </dgm:t>
    </dgm:pt>
    <dgm:pt modelId="{022BB25C-1BD0-4FFA-B629-21373B7CCF78}" type="parTrans" cxnId="{C3543FB0-FC98-4E97-8F7F-712C5F513682}">
      <dgm:prSet/>
      <dgm:spPr/>
      <dgm:t>
        <a:bodyPr/>
        <a:lstStyle/>
        <a:p>
          <a:endParaRPr lang="pt-BR"/>
        </a:p>
      </dgm:t>
    </dgm:pt>
    <dgm:pt modelId="{E76D1939-DE27-4CBB-97B9-E17C03FE6B7B}" type="sibTrans" cxnId="{C3543FB0-FC98-4E97-8F7F-712C5F513682}">
      <dgm:prSet/>
      <dgm:spPr/>
      <dgm:t>
        <a:bodyPr/>
        <a:lstStyle/>
        <a:p>
          <a:endParaRPr lang="pt-BR"/>
        </a:p>
      </dgm:t>
    </dgm:pt>
    <dgm:pt modelId="{C03C862A-0CD0-4332-87B6-564116F6614A}" type="pres">
      <dgm:prSet presAssocID="{5A898EB7-E69D-4CB5-9B7B-6E6BFDD676D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73AA7FF1-865E-474B-94B7-EAAF69BC51E6}" type="pres">
      <dgm:prSet presAssocID="{32EF8CEF-B2FF-4A80-A469-466C03F5F2AC}" presName="compositeNode" presStyleCnt="0">
        <dgm:presLayoutVars>
          <dgm:bulletEnabled val="1"/>
        </dgm:presLayoutVars>
      </dgm:prSet>
      <dgm:spPr/>
    </dgm:pt>
    <dgm:pt modelId="{59736062-E025-414A-8B6C-FD69B28F8792}" type="pres">
      <dgm:prSet presAssocID="{32EF8CEF-B2FF-4A80-A469-466C03F5F2AC}" presName="bgRect" presStyleLbl="node1" presStyleIdx="0" presStyleCnt="3" custLinFactNeighborX="-1282" custLinFactNeighborY="398"/>
      <dgm:spPr/>
      <dgm:t>
        <a:bodyPr/>
        <a:lstStyle/>
        <a:p>
          <a:endParaRPr lang="pt-BR"/>
        </a:p>
      </dgm:t>
    </dgm:pt>
    <dgm:pt modelId="{BB6BFDC8-2448-4245-9FAF-15E44D362999}" type="pres">
      <dgm:prSet presAssocID="{32EF8CEF-B2FF-4A80-A469-466C03F5F2AC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C142579-A225-4225-979A-FAA605D4E8E4}" type="pres">
      <dgm:prSet presAssocID="{32EF8CEF-B2FF-4A80-A469-466C03F5F2AC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11FF017-C538-4E0F-BCD6-87DA56C709CB}" type="pres">
      <dgm:prSet presAssocID="{52EE158E-8FA8-4987-8411-829F99C945F3}" presName="hSp" presStyleCnt="0"/>
      <dgm:spPr/>
    </dgm:pt>
    <dgm:pt modelId="{70211659-FEB0-42AE-B8AF-F43AB49C2F10}" type="pres">
      <dgm:prSet presAssocID="{52EE158E-8FA8-4987-8411-829F99C945F3}" presName="vProcSp" presStyleCnt="0"/>
      <dgm:spPr/>
    </dgm:pt>
    <dgm:pt modelId="{488DB08A-6F6F-4DEF-9D0C-996494375A27}" type="pres">
      <dgm:prSet presAssocID="{52EE158E-8FA8-4987-8411-829F99C945F3}" presName="vSp1" presStyleCnt="0"/>
      <dgm:spPr/>
    </dgm:pt>
    <dgm:pt modelId="{F5F8C0F9-D481-42B4-8A7E-46F495C561E7}" type="pres">
      <dgm:prSet presAssocID="{52EE158E-8FA8-4987-8411-829F99C945F3}" presName="simulatedConn" presStyleLbl="solidFgAcc1" presStyleIdx="0" presStyleCnt="2"/>
      <dgm:spPr/>
    </dgm:pt>
    <dgm:pt modelId="{7E26BA97-2F53-4CB4-B03C-D913380FBEF4}" type="pres">
      <dgm:prSet presAssocID="{52EE158E-8FA8-4987-8411-829F99C945F3}" presName="vSp2" presStyleCnt="0"/>
      <dgm:spPr/>
    </dgm:pt>
    <dgm:pt modelId="{96E56033-18D3-4EBF-8061-1CAFCAF5E0B0}" type="pres">
      <dgm:prSet presAssocID="{52EE158E-8FA8-4987-8411-829F99C945F3}" presName="sibTrans" presStyleCnt="0"/>
      <dgm:spPr/>
    </dgm:pt>
    <dgm:pt modelId="{B5EFD6DC-D3AF-44D8-81F3-B5BF2206687D}" type="pres">
      <dgm:prSet presAssocID="{2AD7D540-2DCE-496E-AC36-72AF67A82895}" presName="compositeNode" presStyleCnt="0">
        <dgm:presLayoutVars>
          <dgm:bulletEnabled val="1"/>
        </dgm:presLayoutVars>
      </dgm:prSet>
      <dgm:spPr/>
    </dgm:pt>
    <dgm:pt modelId="{1CBF9CC9-D1F3-40DC-8BFC-67D417678ABA}" type="pres">
      <dgm:prSet presAssocID="{2AD7D540-2DCE-496E-AC36-72AF67A82895}" presName="bgRect" presStyleLbl="node1" presStyleIdx="1" presStyleCnt="3" custLinFactNeighborX="-524" custLinFactNeighborY="856"/>
      <dgm:spPr/>
      <dgm:t>
        <a:bodyPr/>
        <a:lstStyle/>
        <a:p>
          <a:endParaRPr lang="pt-BR"/>
        </a:p>
      </dgm:t>
    </dgm:pt>
    <dgm:pt modelId="{128FE79F-EB69-48F7-ACA9-F27667B78E6E}" type="pres">
      <dgm:prSet presAssocID="{2AD7D540-2DCE-496E-AC36-72AF67A82895}" presName="parentNode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2601C09-23F6-4032-9F59-65CE91F4512F}" type="pres">
      <dgm:prSet presAssocID="{2AD7D540-2DCE-496E-AC36-72AF67A82895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8E69A01-78D2-496C-8C3C-42FA6E2283D6}" type="pres">
      <dgm:prSet presAssocID="{85D55937-A2B0-4EB1-9AC7-12722BCE8E59}" presName="hSp" presStyleCnt="0"/>
      <dgm:spPr/>
    </dgm:pt>
    <dgm:pt modelId="{23A79746-1162-4315-A5C9-F38781872F8B}" type="pres">
      <dgm:prSet presAssocID="{85D55937-A2B0-4EB1-9AC7-12722BCE8E59}" presName="vProcSp" presStyleCnt="0"/>
      <dgm:spPr/>
    </dgm:pt>
    <dgm:pt modelId="{D08CD4B6-932F-4E20-A0BC-EC2F420BCEF6}" type="pres">
      <dgm:prSet presAssocID="{85D55937-A2B0-4EB1-9AC7-12722BCE8E59}" presName="vSp1" presStyleCnt="0"/>
      <dgm:spPr/>
    </dgm:pt>
    <dgm:pt modelId="{B16BD476-7940-47E1-AD05-504FCB2A33F2}" type="pres">
      <dgm:prSet presAssocID="{85D55937-A2B0-4EB1-9AC7-12722BCE8E59}" presName="simulatedConn" presStyleLbl="solidFgAcc1" presStyleIdx="1" presStyleCnt="2"/>
      <dgm:spPr/>
    </dgm:pt>
    <dgm:pt modelId="{04FDE0BA-1596-41E1-A4F2-738AA4BC3F73}" type="pres">
      <dgm:prSet presAssocID="{85D55937-A2B0-4EB1-9AC7-12722BCE8E59}" presName="vSp2" presStyleCnt="0"/>
      <dgm:spPr/>
    </dgm:pt>
    <dgm:pt modelId="{9B890ED2-089A-4906-B8E9-F02A929D2244}" type="pres">
      <dgm:prSet presAssocID="{85D55937-A2B0-4EB1-9AC7-12722BCE8E59}" presName="sibTrans" presStyleCnt="0"/>
      <dgm:spPr/>
    </dgm:pt>
    <dgm:pt modelId="{35DA40D6-B82A-4CEE-B19A-A70138172F6A}" type="pres">
      <dgm:prSet presAssocID="{18D8E9BC-1C3D-48F7-B1E4-273C70F7D4F8}" presName="compositeNode" presStyleCnt="0">
        <dgm:presLayoutVars>
          <dgm:bulletEnabled val="1"/>
        </dgm:presLayoutVars>
      </dgm:prSet>
      <dgm:spPr/>
    </dgm:pt>
    <dgm:pt modelId="{C89D50F2-EA5A-4B93-BE9A-E5C30789F308}" type="pres">
      <dgm:prSet presAssocID="{18D8E9BC-1C3D-48F7-B1E4-273C70F7D4F8}" presName="bgRect" presStyleLbl="node1" presStyleIdx="2" presStyleCnt="3"/>
      <dgm:spPr/>
      <dgm:t>
        <a:bodyPr/>
        <a:lstStyle/>
        <a:p>
          <a:endParaRPr lang="pt-BR"/>
        </a:p>
      </dgm:t>
    </dgm:pt>
    <dgm:pt modelId="{142C22E0-9E12-4AB9-AE30-99032748B403}" type="pres">
      <dgm:prSet presAssocID="{18D8E9BC-1C3D-48F7-B1E4-273C70F7D4F8}" presName="parentNode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24F1618-F4E7-4271-9235-5337E07E706E}" type="pres">
      <dgm:prSet presAssocID="{18D8E9BC-1C3D-48F7-B1E4-273C70F7D4F8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A97E7CF-DCA2-4196-82AC-43A6FDD09789}" type="presOf" srcId="{32EF8CEF-B2FF-4A80-A469-466C03F5F2AC}" destId="{59736062-E025-414A-8B6C-FD69B28F8792}" srcOrd="0" destOrd="0" presId="urn:microsoft.com/office/officeart/2005/8/layout/hProcess7"/>
    <dgm:cxn modelId="{1011137C-1916-48B0-AAE1-E2A9D1CF2315}" srcId="{2AD7D540-2DCE-496E-AC36-72AF67A82895}" destId="{54D77478-AF44-4453-ACAC-9011879B30AA}" srcOrd="0" destOrd="0" parTransId="{18AFDE6A-97A6-442F-AD35-902BDC534C52}" sibTransId="{61CB03CF-A969-4D51-8564-2D1596F44707}"/>
    <dgm:cxn modelId="{BB7130AF-CA5F-4779-AEB0-DE61FBA89BD9}" type="presOf" srcId="{7C536F10-4F40-4C60-832D-F1F9D7E0652B}" destId="{6C142579-A225-4225-979A-FAA605D4E8E4}" srcOrd="0" destOrd="3" presId="urn:microsoft.com/office/officeart/2005/8/layout/hProcess7"/>
    <dgm:cxn modelId="{E0DC0B0A-C152-42C3-A805-8C2E618400DC}" type="presOf" srcId="{F7307DF2-89F6-446F-AC40-D2FBF53F947C}" destId="{6C142579-A225-4225-979A-FAA605D4E8E4}" srcOrd="0" destOrd="5" presId="urn:microsoft.com/office/officeart/2005/8/layout/hProcess7"/>
    <dgm:cxn modelId="{B470ABC8-D9F4-4C24-ACBD-C4F812F3DCB8}" srcId="{32EF8CEF-B2FF-4A80-A469-466C03F5F2AC}" destId="{37081299-C80C-454F-97E9-ACB8DBFD2638}" srcOrd="4" destOrd="0" parTransId="{89E4AE42-148F-477B-8EA5-D8E9EF213A2F}" sibTransId="{D0DB6D14-2A25-4AB0-810D-4B869295B0DE}"/>
    <dgm:cxn modelId="{674B62F9-4129-4AB9-8B37-D7D41C4C0A12}" srcId="{32EF8CEF-B2FF-4A80-A469-466C03F5F2AC}" destId="{F7307DF2-89F6-446F-AC40-D2FBF53F947C}" srcOrd="5" destOrd="0" parTransId="{F98B8A86-4650-42AF-88A9-C324D9D2CEE5}" sibTransId="{EAC935DD-ABA5-4AF8-A26D-2053FEBB47EF}"/>
    <dgm:cxn modelId="{55EE4586-F7F9-4C32-A608-007188A776D1}" type="presOf" srcId="{A32D1246-02E1-415D-8FAA-E20A400CF3E7}" destId="{E24F1618-F4E7-4271-9235-5337E07E706E}" srcOrd="0" destOrd="0" presId="urn:microsoft.com/office/officeart/2005/8/layout/hProcess7"/>
    <dgm:cxn modelId="{508EC0FC-3420-4F8E-B579-B1E37AB13E33}" srcId="{32EF8CEF-B2FF-4A80-A469-466C03F5F2AC}" destId="{B2D5881A-213D-42E9-9BEF-68348233EA28}" srcOrd="0" destOrd="0" parTransId="{8A7D7B97-8378-4B54-B0E0-641FEF692757}" sibTransId="{2F7700D0-492D-4DCC-BAB2-CF6EA16162FE}"/>
    <dgm:cxn modelId="{964A2433-544F-4647-ADBF-34B524F0F0EA}" type="presOf" srcId="{033C8463-0720-4A21-BAD5-CED723796E32}" destId="{A2601C09-23F6-4032-9F59-65CE91F4512F}" srcOrd="0" destOrd="1" presId="urn:microsoft.com/office/officeart/2005/8/layout/hProcess7"/>
    <dgm:cxn modelId="{1C9E2C51-BAE6-47E1-80BB-9630D4EAA438}" type="presOf" srcId="{18D8E9BC-1C3D-48F7-B1E4-273C70F7D4F8}" destId="{142C22E0-9E12-4AB9-AE30-99032748B403}" srcOrd="1" destOrd="0" presId="urn:microsoft.com/office/officeart/2005/8/layout/hProcess7"/>
    <dgm:cxn modelId="{D821CA9B-5101-48BC-99A6-67829490074B}" type="presOf" srcId="{45FDF608-1BE7-47D3-8209-9B444BECA4E2}" destId="{6C142579-A225-4225-979A-FAA605D4E8E4}" srcOrd="0" destOrd="2" presId="urn:microsoft.com/office/officeart/2005/8/layout/hProcess7"/>
    <dgm:cxn modelId="{57A1F099-B63C-42F0-ADF3-BC67683B372C}" srcId="{2AD7D540-2DCE-496E-AC36-72AF67A82895}" destId="{18E3DB1E-B91E-4F30-91C7-E3F0B15658CF}" srcOrd="3" destOrd="0" parTransId="{9DB45D9F-3062-4D47-9298-3F547D3A1AB3}" sibTransId="{2EED8533-895B-4500-BA26-813CE400F23D}"/>
    <dgm:cxn modelId="{62C7400C-8E46-4726-AA88-1B980D391C9D}" type="presOf" srcId="{32EF8CEF-B2FF-4A80-A469-466C03F5F2AC}" destId="{BB6BFDC8-2448-4245-9FAF-15E44D362999}" srcOrd="1" destOrd="0" presId="urn:microsoft.com/office/officeart/2005/8/layout/hProcess7"/>
    <dgm:cxn modelId="{062C3AB5-7AEA-4D86-BABB-2F080F2D6C04}" type="presOf" srcId="{B0FE40E3-8858-4734-8726-6D2BC9A5F6DD}" destId="{6C142579-A225-4225-979A-FAA605D4E8E4}" srcOrd="0" destOrd="1" presId="urn:microsoft.com/office/officeart/2005/8/layout/hProcess7"/>
    <dgm:cxn modelId="{3146E57F-28A5-4D58-8A07-DC12CBADD98E}" srcId="{5A898EB7-E69D-4CB5-9B7B-6E6BFDD676DA}" destId="{2AD7D540-2DCE-496E-AC36-72AF67A82895}" srcOrd="1" destOrd="0" parTransId="{416DE802-1183-4AB7-B13F-1A2431339657}" sibTransId="{85D55937-A2B0-4EB1-9AC7-12722BCE8E59}"/>
    <dgm:cxn modelId="{C3543FB0-FC98-4E97-8F7F-712C5F513682}" srcId="{18D8E9BC-1C3D-48F7-B1E4-273C70F7D4F8}" destId="{64A7E5E1-9A62-4080-A5D1-A1F8B123778B}" srcOrd="1" destOrd="0" parTransId="{022BB25C-1BD0-4FFA-B629-21373B7CCF78}" sibTransId="{E76D1939-DE27-4CBB-97B9-E17C03FE6B7B}"/>
    <dgm:cxn modelId="{299C79DE-0D94-49D7-8A50-36248EDD2EC3}" srcId="{32EF8CEF-B2FF-4A80-A469-466C03F5F2AC}" destId="{45FDF608-1BE7-47D3-8209-9B444BECA4E2}" srcOrd="2" destOrd="0" parTransId="{887CF9D2-F34A-48C2-B325-49878D4A6F3C}" sibTransId="{172B0F6E-BD02-4A3B-9A3E-DB71BF2A50BA}"/>
    <dgm:cxn modelId="{0DDE14AA-F860-4C3C-9C9D-5BCD81AD2336}" srcId="{2AD7D540-2DCE-496E-AC36-72AF67A82895}" destId="{033C8463-0720-4A21-BAD5-CED723796E32}" srcOrd="1" destOrd="0" parTransId="{1FB34E61-07B1-462E-B543-FBC54A30E0F6}" sibTransId="{2049B104-C8F8-4F17-932B-22578B9A7CCB}"/>
    <dgm:cxn modelId="{BBFC129C-C3F7-42BC-A7B7-EAC8390B951A}" type="presOf" srcId="{B2D5881A-213D-42E9-9BEF-68348233EA28}" destId="{6C142579-A225-4225-979A-FAA605D4E8E4}" srcOrd="0" destOrd="0" presId="urn:microsoft.com/office/officeart/2005/8/layout/hProcess7"/>
    <dgm:cxn modelId="{6194A2CF-660F-4017-8B9C-F97E4058C243}" srcId="{32EF8CEF-B2FF-4A80-A469-466C03F5F2AC}" destId="{B0FE40E3-8858-4734-8726-6D2BC9A5F6DD}" srcOrd="1" destOrd="0" parTransId="{D215C8CC-F67C-4FC6-9E95-49E71CA72C5B}" sibTransId="{F46553EC-6885-4EA5-BC86-D6BDEAC68C56}"/>
    <dgm:cxn modelId="{5DDD5EE9-2C3A-49FF-80AF-C8C16BFEF5E6}" type="presOf" srcId="{2CF04FD8-5CB6-4B08-AB93-6EFB5021E028}" destId="{6C142579-A225-4225-979A-FAA605D4E8E4}" srcOrd="0" destOrd="6" presId="urn:microsoft.com/office/officeart/2005/8/layout/hProcess7"/>
    <dgm:cxn modelId="{7EFD813B-9B61-4331-A525-2385DC9AF3CD}" type="presOf" srcId="{18D8E9BC-1C3D-48F7-B1E4-273C70F7D4F8}" destId="{C89D50F2-EA5A-4B93-BE9A-E5C30789F308}" srcOrd="0" destOrd="0" presId="urn:microsoft.com/office/officeart/2005/8/layout/hProcess7"/>
    <dgm:cxn modelId="{965C7329-922D-488A-A62F-706E9A2278F5}" type="presOf" srcId="{5A898EB7-E69D-4CB5-9B7B-6E6BFDD676DA}" destId="{C03C862A-0CD0-4332-87B6-564116F6614A}" srcOrd="0" destOrd="0" presId="urn:microsoft.com/office/officeart/2005/8/layout/hProcess7"/>
    <dgm:cxn modelId="{5048EE9B-C3B7-42E4-8031-051C78C9A0C8}" srcId="{2AD7D540-2DCE-496E-AC36-72AF67A82895}" destId="{2B9585F3-D8A9-475F-9797-C8342BA79B70}" srcOrd="2" destOrd="0" parTransId="{3D7EAEE1-2E2F-4D46-A97D-F40C8C412745}" sibTransId="{95843D68-7584-4482-BCA5-0C39C0C77D63}"/>
    <dgm:cxn modelId="{C0C4A14E-176B-44F5-B684-8380F0B594C9}" type="presOf" srcId="{2B9585F3-D8A9-475F-9797-C8342BA79B70}" destId="{A2601C09-23F6-4032-9F59-65CE91F4512F}" srcOrd="0" destOrd="2" presId="urn:microsoft.com/office/officeart/2005/8/layout/hProcess7"/>
    <dgm:cxn modelId="{6197D16E-856D-44CE-9EC8-43B6F35FF6FB}" srcId="{32EF8CEF-B2FF-4A80-A469-466C03F5F2AC}" destId="{2CF04FD8-5CB6-4B08-AB93-6EFB5021E028}" srcOrd="6" destOrd="0" parTransId="{92721B00-98DB-4ECB-988A-9F30C025D682}" sibTransId="{2B439BEA-1C5D-4743-BEE9-03B38DEEFFD3}"/>
    <dgm:cxn modelId="{72594BAE-1309-4C57-8291-BFF406F5E2B7}" srcId="{32EF8CEF-B2FF-4A80-A469-466C03F5F2AC}" destId="{7C536F10-4F40-4C60-832D-F1F9D7E0652B}" srcOrd="3" destOrd="0" parTransId="{DDA65EC8-24D2-4CF8-AD4A-8743E23983E5}" sibTransId="{33ADE7D8-EDA6-4BF8-AA93-28EB6B3142ED}"/>
    <dgm:cxn modelId="{31CD29A0-41E2-4EC1-B85B-21E1AC200F5C}" srcId="{5A898EB7-E69D-4CB5-9B7B-6E6BFDD676DA}" destId="{32EF8CEF-B2FF-4A80-A469-466C03F5F2AC}" srcOrd="0" destOrd="0" parTransId="{888197C1-2BCC-438F-82CA-5F28087E8ECF}" sibTransId="{52EE158E-8FA8-4987-8411-829F99C945F3}"/>
    <dgm:cxn modelId="{B754AE62-1257-4CB4-A920-59C97C52961C}" srcId="{32EF8CEF-B2FF-4A80-A469-466C03F5F2AC}" destId="{8881918D-583A-43BB-9F87-7488B31DC4B1}" srcOrd="7" destOrd="0" parTransId="{1BED51A8-CBC0-4A66-9DCE-6E6E3002AD61}" sibTransId="{D855DBD4-3002-458A-B7E7-0882D38439DD}"/>
    <dgm:cxn modelId="{F2D13CD3-7C02-4937-A183-4EC22F5BB775}" srcId="{5A898EB7-E69D-4CB5-9B7B-6E6BFDD676DA}" destId="{18D8E9BC-1C3D-48F7-B1E4-273C70F7D4F8}" srcOrd="2" destOrd="0" parTransId="{06CC9ECA-E537-48B2-BECD-798073FF656C}" sibTransId="{F8464512-367E-4150-AC3D-3C408560873C}"/>
    <dgm:cxn modelId="{25CF81C2-F922-4991-85C3-C188E7F6E108}" type="presOf" srcId="{18E3DB1E-B91E-4F30-91C7-E3F0B15658CF}" destId="{A2601C09-23F6-4032-9F59-65CE91F4512F}" srcOrd="0" destOrd="3" presId="urn:microsoft.com/office/officeart/2005/8/layout/hProcess7"/>
    <dgm:cxn modelId="{F125947E-C29E-4D8D-BF74-18D26228568F}" srcId="{18D8E9BC-1C3D-48F7-B1E4-273C70F7D4F8}" destId="{A32D1246-02E1-415D-8FAA-E20A400CF3E7}" srcOrd="0" destOrd="0" parTransId="{3C3A279D-98F6-4B1E-A15E-35E74F2E0808}" sibTransId="{5B4A5EEF-A42F-48EA-B341-E171E8B1603D}"/>
    <dgm:cxn modelId="{B0BE4EC7-260E-4311-BEDA-78523654CEF9}" type="presOf" srcId="{54D77478-AF44-4453-ACAC-9011879B30AA}" destId="{A2601C09-23F6-4032-9F59-65CE91F4512F}" srcOrd="0" destOrd="0" presId="urn:microsoft.com/office/officeart/2005/8/layout/hProcess7"/>
    <dgm:cxn modelId="{9141E7C3-DDAE-4451-9E84-75397D30C714}" type="presOf" srcId="{2AD7D540-2DCE-496E-AC36-72AF67A82895}" destId="{128FE79F-EB69-48F7-ACA9-F27667B78E6E}" srcOrd="1" destOrd="0" presId="urn:microsoft.com/office/officeart/2005/8/layout/hProcess7"/>
    <dgm:cxn modelId="{2FC801AB-6B8B-4830-B356-C54C4A7EC235}" type="presOf" srcId="{8881918D-583A-43BB-9F87-7488B31DC4B1}" destId="{6C142579-A225-4225-979A-FAA605D4E8E4}" srcOrd="0" destOrd="7" presId="urn:microsoft.com/office/officeart/2005/8/layout/hProcess7"/>
    <dgm:cxn modelId="{4502B2BA-A61F-420B-B4B4-56A99E2AD040}" type="presOf" srcId="{37081299-C80C-454F-97E9-ACB8DBFD2638}" destId="{6C142579-A225-4225-979A-FAA605D4E8E4}" srcOrd="0" destOrd="4" presId="urn:microsoft.com/office/officeart/2005/8/layout/hProcess7"/>
    <dgm:cxn modelId="{E5AAAF76-D5C7-48D5-B8B7-A3EE3F0C5799}" type="presOf" srcId="{2AD7D540-2DCE-496E-AC36-72AF67A82895}" destId="{1CBF9CC9-D1F3-40DC-8BFC-67D417678ABA}" srcOrd="0" destOrd="0" presId="urn:microsoft.com/office/officeart/2005/8/layout/hProcess7"/>
    <dgm:cxn modelId="{3DCA0B87-0D66-4F63-8E77-9687ACCEE961}" type="presOf" srcId="{64A7E5E1-9A62-4080-A5D1-A1F8B123778B}" destId="{E24F1618-F4E7-4271-9235-5337E07E706E}" srcOrd="0" destOrd="1" presId="urn:microsoft.com/office/officeart/2005/8/layout/hProcess7"/>
    <dgm:cxn modelId="{774F3CA7-F0BD-47FB-8A0F-793862B197A3}" type="presParOf" srcId="{C03C862A-0CD0-4332-87B6-564116F6614A}" destId="{73AA7FF1-865E-474B-94B7-EAAF69BC51E6}" srcOrd="0" destOrd="0" presId="urn:microsoft.com/office/officeart/2005/8/layout/hProcess7"/>
    <dgm:cxn modelId="{8647873C-45E8-47E2-8B6F-D4E704F760D3}" type="presParOf" srcId="{73AA7FF1-865E-474B-94B7-EAAF69BC51E6}" destId="{59736062-E025-414A-8B6C-FD69B28F8792}" srcOrd="0" destOrd="0" presId="urn:microsoft.com/office/officeart/2005/8/layout/hProcess7"/>
    <dgm:cxn modelId="{01672A60-56E9-4343-954A-B25D2983F5C1}" type="presParOf" srcId="{73AA7FF1-865E-474B-94B7-EAAF69BC51E6}" destId="{BB6BFDC8-2448-4245-9FAF-15E44D362999}" srcOrd="1" destOrd="0" presId="urn:microsoft.com/office/officeart/2005/8/layout/hProcess7"/>
    <dgm:cxn modelId="{9345FB6E-9DE9-4449-A855-54953553644A}" type="presParOf" srcId="{73AA7FF1-865E-474B-94B7-EAAF69BC51E6}" destId="{6C142579-A225-4225-979A-FAA605D4E8E4}" srcOrd="2" destOrd="0" presId="urn:microsoft.com/office/officeart/2005/8/layout/hProcess7"/>
    <dgm:cxn modelId="{673646AF-6785-47DD-BADC-7FA81867D7BD}" type="presParOf" srcId="{C03C862A-0CD0-4332-87B6-564116F6614A}" destId="{111FF017-C538-4E0F-BCD6-87DA56C709CB}" srcOrd="1" destOrd="0" presId="urn:microsoft.com/office/officeart/2005/8/layout/hProcess7"/>
    <dgm:cxn modelId="{F11872C6-F507-438D-A03E-5670149E9DC0}" type="presParOf" srcId="{C03C862A-0CD0-4332-87B6-564116F6614A}" destId="{70211659-FEB0-42AE-B8AF-F43AB49C2F10}" srcOrd="2" destOrd="0" presId="urn:microsoft.com/office/officeart/2005/8/layout/hProcess7"/>
    <dgm:cxn modelId="{69ED6FE9-7783-4DF6-B745-1F02798CAEA8}" type="presParOf" srcId="{70211659-FEB0-42AE-B8AF-F43AB49C2F10}" destId="{488DB08A-6F6F-4DEF-9D0C-996494375A27}" srcOrd="0" destOrd="0" presId="urn:microsoft.com/office/officeart/2005/8/layout/hProcess7"/>
    <dgm:cxn modelId="{9B749AB6-D63B-4257-B8DB-045137E81988}" type="presParOf" srcId="{70211659-FEB0-42AE-B8AF-F43AB49C2F10}" destId="{F5F8C0F9-D481-42B4-8A7E-46F495C561E7}" srcOrd="1" destOrd="0" presId="urn:microsoft.com/office/officeart/2005/8/layout/hProcess7"/>
    <dgm:cxn modelId="{ECD6D5CB-CDBC-4F35-8C88-1E69EB4C1245}" type="presParOf" srcId="{70211659-FEB0-42AE-B8AF-F43AB49C2F10}" destId="{7E26BA97-2F53-4CB4-B03C-D913380FBEF4}" srcOrd="2" destOrd="0" presId="urn:microsoft.com/office/officeart/2005/8/layout/hProcess7"/>
    <dgm:cxn modelId="{E68D590E-B168-434C-9ACA-6E430EBDBC84}" type="presParOf" srcId="{C03C862A-0CD0-4332-87B6-564116F6614A}" destId="{96E56033-18D3-4EBF-8061-1CAFCAF5E0B0}" srcOrd="3" destOrd="0" presId="urn:microsoft.com/office/officeart/2005/8/layout/hProcess7"/>
    <dgm:cxn modelId="{8F31B434-14D3-4E7F-A985-C63F37CF7F04}" type="presParOf" srcId="{C03C862A-0CD0-4332-87B6-564116F6614A}" destId="{B5EFD6DC-D3AF-44D8-81F3-B5BF2206687D}" srcOrd="4" destOrd="0" presId="urn:microsoft.com/office/officeart/2005/8/layout/hProcess7"/>
    <dgm:cxn modelId="{3FB9C144-277B-4EE0-8A17-3F34B4585E92}" type="presParOf" srcId="{B5EFD6DC-D3AF-44D8-81F3-B5BF2206687D}" destId="{1CBF9CC9-D1F3-40DC-8BFC-67D417678ABA}" srcOrd="0" destOrd="0" presId="urn:microsoft.com/office/officeart/2005/8/layout/hProcess7"/>
    <dgm:cxn modelId="{3F128376-A7AB-4C6A-8D5F-B2E200511258}" type="presParOf" srcId="{B5EFD6DC-D3AF-44D8-81F3-B5BF2206687D}" destId="{128FE79F-EB69-48F7-ACA9-F27667B78E6E}" srcOrd="1" destOrd="0" presId="urn:microsoft.com/office/officeart/2005/8/layout/hProcess7"/>
    <dgm:cxn modelId="{E58274FE-DA42-4B37-B65F-B7C3A082481A}" type="presParOf" srcId="{B5EFD6DC-D3AF-44D8-81F3-B5BF2206687D}" destId="{A2601C09-23F6-4032-9F59-65CE91F4512F}" srcOrd="2" destOrd="0" presId="urn:microsoft.com/office/officeart/2005/8/layout/hProcess7"/>
    <dgm:cxn modelId="{BBF6625D-2FFD-4C05-8D39-CAB84AD8AC30}" type="presParOf" srcId="{C03C862A-0CD0-4332-87B6-564116F6614A}" destId="{18E69A01-78D2-496C-8C3C-42FA6E2283D6}" srcOrd="5" destOrd="0" presId="urn:microsoft.com/office/officeart/2005/8/layout/hProcess7"/>
    <dgm:cxn modelId="{49C05FEB-9694-43CA-834B-6A424626D5BC}" type="presParOf" srcId="{C03C862A-0CD0-4332-87B6-564116F6614A}" destId="{23A79746-1162-4315-A5C9-F38781872F8B}" srcOrd="6" destOrd="0" presId="urn:microsoft.com/office/officeart/2005/8/layout/hProcess7"/>
    <dgm:cxn modelId="{44A4D426-FA25-43A8-9136-29AEA3FCC88A}" type="presParOf" srcId="{23A79746-1162-4315-A5C9-F38781872F8B}" destId="{D08CD4B6-932F-4E20-A0BC-EC2F420BCEF6}" srcOrd="0" destOrd="0" presId="urn:microsoft.com/office/officeart/2005/8/layout/hProcess7"/>
    <dgm:cxn modelId="{2A1982CE-AFFB-405C-9650-1601A4D04812}" type="presParOf" srcId="{23A79746-1162-4315-A5C9-F38781872F8B}" destId="{B16BD476-7940-47E1-AD05-504FCB2A33F2}" srcOrd="1" destOrd="0" presId="urn:microsoft.com/office/officeart/2005/8/layout/hProcess7"/>
    <dgm:cxn modelId="{E8670C8C-38D6-4D35-83CE-C383DBE59FF7}" type="presParOf" srcId="{23A79746-1162-4315-A5C9-F38781872F8B}" destId="{04FDE0BA-1596-41E1-A4F2-738AA4BC3F73}" srcOrd="2" destOrd="0" presId="urn:microsoft.com/office/officeart/2005/8/layout/hProcess7"/>
    <dgm:cxn modelId="{1EBF6347-9741-4F9D-B3B2-EE9851B25929}" type="presParOf" srcId="{C03C862A-0CD0-4332-87B6-564116F6614A}" destId="{9B890ED2-089A-4906-B8E9-F02A929D2244}" srcOrd="7" destOrd="0" presId="urn:microsoft.com/office/officeart/2005/8/layout/hProcess7"/>
    <dgm:cxn modelId="{E80E0D9B-512C-4D0A-8DBC-FD8ADD40E58B}" type="presParOf" srcId="{C03C862A-0CD0-4332-87B6-564116F6614A}" destId="{35DA40D6-B82A-4CEE-B19A-A70138172F6A}" srcOrd="8" destOrd="0" presId="urn:microsoft.com/office/officeart/2005/8/layout/hProcess7"/>
    <dgm:cxn modelId="{C99531B7-54A7-4856-A569-8B9B00967F96}" type="presParOf" srcId="{35DA40D6-B82A-4CEE-B19A-A70138172F6A}" destId="{C89D50F2-EA5A-4B93-BE9A-E5C30789F308}" srcOrd="0" destOrd="0" presId="urn:microsoft.com/office/officeart/2005/8/layout/hProcess7"/>
    <dgm:cxn modelId="{1817EE16-9E11-4F8E-9643-604DEFB2749A}" type="presParOf" srcId="{35DA40D6-B82A-4CEE-B19A-A70138172F6A}" destId="{142C22E0-9E12-4AB9-AE30-99032748B403}" srcOrd="1" destOrd="0" presId="urn:microsoft.com/office/officeart/2005/8/layout/hProcess7"/>
    <dgm:cxn modelId="{D315A3E2-34E4-4E61-8972-F0D6ACB24FA8}" type="presParOf" srcId="{35DA40D6-B82A-4CEE-B19A-A70138172F6A}" destId="{E24F1618-F4E7-4271-9235-5337E07E706E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27619BC-2381-400F-AF7A-737C5571F62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7B2BA7A-30DD-4462-BBB6-50DD99AB101C}">
      <dgm:prSet phldrT="[Texto]" custT="1"/>
      <dgm:spPr/>
      <dgm:t>
        <a:bodyPr/>
        <a:lstStyle/>
        <a:p>
          <a:r>
            <a:rPr lang="pt-BR" sz="3200" dirty="0" smtClean="0"/>
            <a:t>REGULADORES</a:t>
          </a:r>
          <a:endParaRPr lang="pt-BR" sz="3200" dirty="0"/>
        </a:p>
      </dgm:t>
    </dgm:pt>
    <dgm:pt modelId="{AB39ABD6-D6A9-4BF5-B31F-9491E01BE05B}" type="parTrans" cxnId="{A10E3FEF-4560-4E3F-904F-F1B95C806048}">
      <dgm:prSet/>
      <dgm:spPr/>
      <dgm:t>
        <a:bodyPr/>
        <a:lstStyle/>
        <a:p>
          <a:endParaRPr lang="pt-BR"/>
        </a:p>
      </dgm:t>
    </dgm:pt>
    <dgm:pt modelId="{8C7F7DD0-2A09-4809-BB8F-2C2250C4B3AE}" type="sibTrans" cxnId="{A10E3FEF-4560-4E3F-904F-F1B95C806048}">
      <dgm:prSet/>
      <dgm:spPr/>
      <dgm:t>
        <a:bodyPr/>
        <a:lstStyle/>
        <a:p>
          <a:endParaRPr lang="pt-BR"/>
        </a:p>
      </dgm:t>
    </dgm:pt>
    <dgm:pt modelId="{15BE210A-AD67-47BD-B907-E90DD7380BA3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Legislação aplicável (CF88, LGPD, LAI)</a:t>
          </a:r>
          <a:endParaRPr lang="pt-BR" dirty="0"/>
        </a:p>
      </dgm:t>
    </dgm:pt>
    <dgm:pt modelId="{88E847A3-E312-4E29-AC76-733E5386B7DF}" type="parTrans" cxnId="{7012F258-A85D-4345-8CC4-28774EE2941F}">
      <dgm:prSet/>
      <dgm:spPr/>
      <dgm:t>
        <a:bodyPr/>
        <a:lstStyle/>
        <a:p>
          <a:endParaRPr lang="pt-BR"/>
        </a:p>
      </dgm:t>
    </dgm:pt>
    <dgm:pt modelId="{084A4BAE-E72F-4C14-9297-9218D5FBDE0D}" type="sibTrans" cxnId="{7012F258-A85D-4345-8CC4-28774EE2941F}">
      <dgm:prSet/>
      <dgm:spPr/>
      <dgm:t>
        <a:bodyPr/>
        <a:lstStyle/>
        <a:p>
          <a:endParaRPr lang="pt-BR"/>
        </a:p>
      </dgm:t>
    </dgm:pt>
    <dgm:pt modelId="{34CEF098-DE12-41D5-AC8C-4356A471ACDB}">
      <dgm:prSet phldrT="[Texto]" custT="1"/>
      <dgm:spPr/>
      <dgm:t>
        <a:bodyPr/>
        <a:lstStyle/>
        <a:p>
          <a:r>
            <a:rPr lang="pt-BR" sz="3200" dirty="0" smtClean="0"/>
            <a:t>RECURSOS</a:t>
          </a:r>
          <a:endParaRPr lang="pt-BR" sz="3200" dirty="0"/>
        </a:p>
      </dgm:t>
    </dgm:pt>
    <dgm:pt modelId="{31BFABB0-E139-462C-8081-CF2FBBC383A9}" type="parTrans" cxnId="{A20B1A17-B904-4C77-A07D-1F94E6B5E2D0}">
      <dgm:prSet/>
      <dgm:spPr/>
      <dgm:t>
        <a:bodyPr/>
        <a:lstStyle/>
        <a:p>
          <a:endParaRPr lang="pt-BR"/>
        </a:p>
      </dgm:t>
    </dgm:pt>
    <dgm:pt modelId="{1B844417-1C99-4F01-827D-1070BE2540CC}" type="sibTrans" cxnId="{A20B1A17-B904-4C77-A07D-1F94E6B5E2D0}">
      <dgm:prSet/>
      <dgm:spPr/>
      <dgm:t>
        <a:bodyPr/>
        <a:lstStyle/>
        <a:p>
          <a:endParaRPr lang="pt-BR"/>
        </a:p>
      </dgm:t>
    </dgm:pt>
    <dgm:pt modelId="{7961CF38-8162-4CCF-9FCE-434D824CAB57}">
      <dgm:prSet phldrT="[Texto]"/>
      <dgm:spPr/>
      <dgm:t>
        <a:bodyPr/>
        <a:lstStyle/>
        <a:p>
          <a:r>
            <a:rPr lang="pt-BR" smtClean="0">
              <a:solidFill>
                <a:srgbClr val="000000"/>
              </a:solidFill>
            </a:rPr>
            <a:t>Equipe de trabalho</a:t>
          </a:r>
          <a:endParaRPr lang="pt-BR" dirty="0"/>
        </a:p>
      </dgm:t>
    </dgm:pt>
    <dgm:pt modelId="{7DA4C5EF-7C22-4CDA-B88D-98DE0FAC9072}" type="parTrans" cxnId="{5461922F-BAD1-4955-8E72-9898D911CBF6}">
      <dgm:prSet/>
      <dgm:spPr/>
      <dgm:t>
        <a:bodyPr/>
        <a:lstStyle/>
        <a:p>
          <a:endParaRPr lang="pt-BR"/>
        </a:p>
      </dgm:t>
    </dgm:pt>
    <dgm:pt modelId="{C0DE7137-2F04-4135-BE88-B059BC8A0AB8}" type="sibTrans" cxnId="{5461922F-BAD1-4955-8E72-9898D911CBF6}">
      <dgm:prSet/>
      <dgm:spPr/>
      <dgm:t>
        <a:bodyPr/>
        <a:lstStyle/>
        <a:p>
          <a:endParaRPr lang="pt-BR"/>
        </a:p>
      </dgm:t>
    </dgm:pt>
    <dgm:pt modelId="{FC757CA1-C306-4921-88AE-3E631E5CC966}">
      <dgm:prSet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Normas e padrões de auditoria (IIA, TCU)</a:t>
          </a:r>
          <a:endParaRPr lang="pt-BR" dirty="0">
            <a:solidFill>
              <a:srgbClr val="000000"/>
            </a:solidFill>
          </a:endParaRPr>
        </a:p>
      </dgm:t>
    </dgm:pt>
    <dgm:pt modelId="{380F84D5-7ECC-452F-82ED-E607257ECE48}" type="parTrans" cxnId="{23E425A9-02DE-4425-9539-305CB6C655FE}">
      <dgm:prSet/>
      <dgm:spPr/>
      <dgm:t>
        <a:bodyPr/>
        <a:lstStyle/>
        <a:p>
          <a:endParaRPr lang="pt-BR"/>
        </a:p>
      </dgm:t>
    </dgm:pt>
    <dgm:pt modelId="{2111B5B2-E489-4387-B93A-0C21B2B1D216}" type="sibTrans" cxnId="{23E425A9-02DE-4425-9539-305CB6C655FE}">
      <dgm:prSet/>
      <dgm:spPr/>
      <dgm:t>
        <a:bodyPr/>
        <a:lstStyle/>
        <a:p>
          <a:endParaRPr lang="pt-BR"/>
        </a:p>
      </dgm:t>
    </dgm:pt>
    <dgm:pt modelId="{4E3E146A-4D38-40FF-9BDC-D2807FB761A5}">
      <dgm:prSet/>
      <dgm:spPr/>
      <dgm:t>
        <a:bodyPr/>
        <a:lstStyle/>
        <a:p>
          <a:r>
            <a:rPr lang="pt-BR" smtClean="0">
              <a:solidFill>
                <a:srgbClr val="000000"/>
              </a:solidFill>
            </a:rPr>
            <a:t>Boas práticas da atividade de auditoria (Intosai, Coso, Cobit, CFC, CGU, ISO, ABNT)</a:t>
          </a:r>
          <a:endParaRPr lang="pt-BR" dirty="0">
            <a:solidFill>
              <a:srgbClr val="000000"/>
            </a:solidFill>
          </a:endParaRPr>
        </a:p>
      </dgm:t>
    </dgm:pt>
    <dgm:pt modelId="{A24E5509-658D-4932-8CAC-A5B33F6F2F36}" type="parTrans" cxnId="{7E238175-0803-4C0F-9088-20209708513C}">
      <dgm:prSet/>
      <dgm:spPr/>
      <dgm:t>
        <a:bodyPr/>
        <a:lstStyle/>
        <a:p>
          <a:endParaRPr lang="pt-BR"/>
        </a:p>
      </dgm:t>
    </dgm:pt>
    <dgm:pt modelId="{9A238722-CFEB-44E9-A406-D6D4E08EE7A8}" type="sibTrans" cxnId="{7E238175-0803-4C0F-9088-20209708513C}">
      <dgm:prSet/>
      <dgm:spPr/>
      <dgm:t>
        <a:bodyPr/>
        <a:lstStyle/>
        <a:p>
          <a:endParaRPr lang="pt-BR"/>
        </a:p>
      </dgm:t>
    </dgm:pt>
    <dgm:pt modelId="{F0B7AD5A-D622-43F4-B828-E0B5FDC80A01}">
      <dgm:prSet/>
      <dgm:spPr/>
      <dgm:t>
        <a:bodyPr/>
        <a:lstStyle/>
        <a:p>
          <a:r>
            <a:rPr lang="pt-BR" smtClean="0">
              <a:solidFill>
                <a:srgbClr val="000000"/>
              </a:solidFill>
            </a:rPr>
            <a:t>Estatuto de Controle Interno </a:t>
          </a:r>
          <a:endParaRPr lang="pt-BR" dirty="0">
            <a:solidFill>
              <a:srgbClr val="000000"/>
            </a:solidFill>
          </a:endParaRPr>
        </a:p>
      </dgm:t>
    </dgm:pt>
    <dgm:pt modelId="{3267EFC5-61BA-448A-BFEE-6708141DD0FC}" type="parTrans" cxnId="{933402DE-3F2D-42F9-B867-EB322E60E6A5}">
      <dgm:prSet/>
      <dgm:spPr/>
      <dgm:t>
        <a:bodyPr/>
        <a:lstStyle/>
        <a:p>
          <a:endParaRPr lang="pt-BR"/>
        </a:p>
      </dgm:t>
    </dgm:pt>
    <dgm:pt modelId="{32C1EBF9-2887-46D3-92D2-C1BB8CE7C7CC}" type="sibTrans" cxnId="{933402DE-3F2D-42F9-B867-EB322E60E6A5}">
      <dgm:prSet/>
      <dgm:spPr/>
      <dgm:t>
        <a:bodyPr/>
        <a:lstStyle/>
        <a:p>
          <a:endParaRPr lang="pt-BR"/>
        </a:p>
      </dgm:t>
    </dgm:pt>
    <dgm:pt modelId="{769E9440-EE38-41D7-A4B7-B5CCB994697D}">
      <dgm:prSet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Manual e roteiro de auditoria da Secin</a:t>
          </a:r>
          <a:endParaRPr lang="pt-BR" dirty="0">
            <a:solidFill>
              <a:srgbClr val="000000"/>
            </a:solidFill>
          </a:endParaRPr>
        </a:p>
      </dgm:t>
    </dgm:pt>
    <dgm:pt modelId="{A65A5034-032D-44E5-A213-F04CC73FAB86}" type="parTrans" cxnId="{5CA25AAA-DD96-4574-ADBB-99EBD1BAC14C}">
      <dgm:prSet/>
      <dgm:spPr/>
      <dgm:t>
        <a:bodyPr/>
        <a:lstStyle/>
        <a:p>
          <a:endParaRPr lang="pt-BR"/>
        </a:p>
      </dgm:t>
    </dgm:pt>
    <dgm:pt modelId="{2AF298E7-101B-4276-9749-0BB8CE274927}" type="sibTrans" cxnId="{5CA25AAA-DD96-4574-ADBB-99EBD1BAC14C}">
      <dgm:prSet/>
      <dgm:spPr/>
      <dgm:t>
        <a:bodyPr/>
        <a:lstStyle/>
        <a:p>
          <a:endParaRPr lang="pt-BR"/>
        </a:p>
      </dgm:t>
    </dgm:pt>
    <dgm:pt modelId="{AD8FEC3B-5F42-4085-8E8D-243961C96803}">
      <dgm:prSet/>
      <dgm:spPr/>
      <dgm:t>
        <a:bodyPr/>
        <a:lstStyle/>
        <a:p>
          <a:r>
            <a:rPr lang="pt-BR" smtClean="0">
              <a:solidFill>
                <a:srgbClr val="000000"/>
              </a:solidFill>
            </a:rPr>
            <a:t>Sicoi</a:t>
          </a:r>
          <a:endParaRPr lang="pt-BR" dirty="0" smtClean="0">
            <a:solidFill>
              <a:srgbClr val="000000"/>
            </a:solidFill>
          </a:endParaRPr>
        </a:p>
      </dgm:t>
    </dgm:pt>
    <dgm:pt modelId="{A2C31FC2-21D4-4CC2-B1BF-65526A7C3E85}" type="parTrans" cxnId="{DE0776E1-8551-402A-AE03-3B396657D997}">
      <dgm:prSet/>
      <dgm:spPr/>
      <dgm:t>
        <a:bodyPr/>
        <a:lstStyle/>
        <a:p>
          <a:endParaRPr lang="pt-BR"/>
        </a:p>
      </dgm:t>
    </dgm:pt>
    <dgm:pt modelId="{F54718A3-AC43-4AED-AB7B-ACD801992A29}" type="sibTrans" cxnId="{DE0776E1-8551-402A-AE03-3B396657D997}">
      <dgm:prSet/>
      <dgm:spPr/>
      <dgm:t>
        <a:bodyPr/>
        <a:lstStyle/>
        <a:p>
          <a:endParaRPr lang="pt-BR"/>
        </a:p>
      </dgm:t>
    </dgm:pt>
    <dgm:pt modelId="{B21A0B93-CD6D-4DE9-A0AE-9A73E0885C23}">
      <dgm:prSet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Ferramentas de TIC</a:t>
          </a:r>
          <a:endParaRPr lang="pt-BR" dirty="0">
            <a:solidFill>
              <a:srgbClr val="000000"/>
            </a:solidFill>
          </a:endParaRPr>
        </a:p>
      </dgm:t>
    </dgm:pt>
    <dgm:pt modelId="{7CF0F099-1D80-4053-BE78-7A746932FD83}" type="parTrans" cxnId="{ED21E027-94CA-44B3-A46C-42B07E6B7A59}">
      <dgm:prSet/>
      <dgm:spPr/>
      <dgm:t>
        <a:bodyPr/>
        <a:lstStyle/>
        <a:p>
          <a:endParaRPr lang="pt-BR"/>
        </a:p>
      </dgm:t>
    </dgm:pt>
    <dgm:pt modelId="{391C9F0D-28EE-48E6-98BE-D4187BDF7A2C}" type="sibTrans" cxnId="{ED21E027-94CA-44B3-A46C-42B07E6B7A59}">
      <dgm:prSet/>
      <dgm:spPr/>
      <dgm:t>
        <a:bodyPr/>
        <a:lstStyle/>
        <a:p>
          <a:endParaRPr lang="pt-BR"/>
        </a:p>
      </dgm:t>
    </dgm:pt>
    <dgm:pt modelId="{9250597F-7E37-4754-96D4-F9A2F180E61B}" type="pres">
      <dgm:prSet presAssocID="{B27619BC-2381-400F-AF7A-737C5571F62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154F05B5-BEEF-41C6-A332-3809CDE6A2A3}" type="pres">
      <dgm:prSet presAssocID="{47B2BA7A-30DD-4462-BBB6-50DD99AB101C}" presName="composite" presStyleCnt="0"/>
      <dgm:spPr/>
    </dgm:pt>
    <dgm:pt modelId="{135C3714-27A3-4269-A960-471C666F1378}" type="pres">
      <dgm:prSet presAssocID="{47B2BA7A-30DD-4462-BBB6-50DD99AB101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EAC19A6-57DB-459F-8B15-5DAEF06CBCB2}" type="pres">
      <dgm:prSet presAssocID="{47B2BA7A-30DD-4462-BBB6-50DD99AB101C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30CCA33-F9B9-4C88-8F10-154C05CD6C92}" type="pres">
      <dgm:prSet presAssocID="{8C7F7DD0-2A09-4809-BB8F-2C2250C4B3AE}" presName="space" presStyleCnt="0"/>
      <dgm:spPr/>
    </dgm:pt>
    <dgm:pt modelId="{AEE1CC3A-F2AA-4F7F-9F9D-5FF6CCE7618A}" type="pres">
      <dgm:prSet presAssocID="{34CEF098-DE12-41D5-AC8C-4356A471ACDB}" presName="composite" presStyleCnt="0"/>
      <dgm:spPr/>
    </dgm:pt>
    <dgm:pt modelId="{0034ED23-F725-4472-BA2E-3779C0333D8D}" type="pres">
      <dgm:prSet presAssocID="{34CEF098-DE12-41D5-AC8C-4356A471ACD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039F8B9-7B5B-4323-AE39-092717E79B10}" type="pres">
      <dgm:prSet presAssocID="{34CEF098-DE12-41D5-AC8C-4356A471ACDB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BC911292-697B-46A5-BEFF-5D1DAA308DE1}" type="presOf" srcId="{7961CF38-8162-4CCF-9FCE-434D824CAB57}" destId="{0039F8B9-7B5B-4323-AE39-092717E79B10}" srcOrd="0" destOrd="0" presId="urn:microsoft.com/office/officeart/2005/8/layout/hList1"/>
    <dgm:cxn modelId="{ED2083B8-3FA2-4990-A6F6-D3B6F44C7148}" type="presOf" srcId="{769E9440-EE38-41D7-A4B7-B5CCB994697D}" destId="{EEAC19A6-57DB-459F-8B15-5DAEF06CBCB2}" srcOrd="0" destOrd="4" presId="urn:microsoft.com/office/officeart/2005/8/layout/hList1"/>
    <dgm:cxn modelId="{DE0776E1-8551-402A-AE03-3B396657D997}" srcId="{34CEF098-DE12-41D5-AC8C-4356A471ACDB}" destId="{AD8FEC3B-5F42-4085-8E8D-243961C96803}" srcOrd="1" destOrd="0" parTransId="{A2C31FC2-21D4-4CC2-B1BF-65526A7C3E85}" sibTransId="{F54718A3-AC43-4AED-AB7B-ACD801992A29}"/>
    <dgm:cxn modelId="{8AC887BF-FE2B-4A9A-9F83-4225A2CEA144}" type="presOf" srcId="{15BE210A-AD67-47BD-B907-E90DD7380BA3}" destId="{EEAC19A6-57DB-459F-8B15-5DAEF06CBCB2}" srcOrd="0" destOrd="0" presId="urn:microsoft.com/office/officeart/2005/8/layout/hList1"/>
    <dgm:cxn modelId="{4A3535EC-0826-47CE-8F3D-C9DC73108B18}" type="presOf" srcId="{FC757CA1-C306-4921-88AE-3E631E5CC966}" destId="{EEAC19A6-57DB-459F-8B15-5DAEF06CBCB2}" srcOrd="0" destOrd="1" presId="urn:microsoft.com/office/officeart/2005/8/layout/hList1"/>
    <dgm:cxn modelId="{A20B1A17-B904-4C77-A07D-1F94E6B5E2D0}" srcId="{B27619BC-2381-400F-AF7A-737C5571F62A}" destId="{34CEF098-DE12-41D5-AC8C-4356A471ACDB}" srcOrd="1" destOrd="0" parTransId="{31BFABB0-E139-462C-8081-CF2FBBC383A9}" sibTransId="{1B844417-1C99-4F01-827D-1070BE2540CC}"/>
    <dgm:cxn modelId="{5CDE39E9-2B59-4DED-83CB-4AD5A395A35E}" type="presOf" srcId="{B27619BC-2381-400F-AF7A-737C5571F62A}" destId="{9250597F-7E37-4754-96D4-F9A2F180E61B}" srcOrd="0" destOrd="0" presId="urn:microsoft.com/office/officeart/2005/8/layout/hList1"/>
    <dgm:cxn modelId="{24AA52AF-F602-49AC-916F-BF72F83D252B}" type="presOf" srcId="{AD8FEC3B-5F42-4085-8E8D-243961C96803}" destId="{0039F8B9-7B5B-4323-AE39-092717E79B10}" srcOrd="0" destOrd="1" presId="urn:microsoft.com/office/officeart/2005/8/layout/hList1"/>
    <dgm:cxn modelId="{ED21E027-94CA-44B3-A46C-42B07E6B7A59}" srcId="{34CEF098-DE12-41D5-AC8C-4356A471ACDB}" destId="{B21A0B93-CD6D-4DE9-A0AE-9A73E0885C23}" srcOrd="2" destOrd="0" parTransId="{7CF0F099-1D80-4053-BE78-7A746932FD83}" sibTransId="{391C9F0D-28EE-48E6-98BE-D4187BDF7A2C}"/>
    <dgm:cxn modelId="{3D1F2950-4C57-4A59-84AD-F590AC034A2E}" type="presOf" srcId="{F0B7AD5A-D622-43F4-B828-E0B5FDC80A01}" destId="{EEAC19A6-57DB-459F-8B15-5DAEF06CBCB2}" srcOrd="0" destOrd="3" presId="urn:microsoft.com/office/officeart/2005/8/layout/hList1"/>
    <dgm:cxn modelId="{7E238175-0803-4C0F-9088-20209708513C}" srcId="{47B2BA7A-30DD-4462-BBB6-50DD99AB101C}" destId="{4E3E146A-4D38-40FF-9BDC-D2807FB761A5}" srcOrd="2" destOrd="0" parTransId="{A24E5509-658D-4932-8CAC-A5B33F6F2F36}" sibTransId="{9A238722-CFEB-44E9-A406-D6D4E08EE7A8}"/>
    <dgm:cxn modelId="{933402DE-3F2D-42F9-B867-EB322E60E6A5}" srcId="{47B2BA7A-30DD-4462-BBB6-50DD99AB101C}" destId="{F0B7AD5A-D622-43F4-B828-E0B5FDC80A01}" srcOrd="3" destOrd="0" parTransId="{3267EFC5-61BA-448A-BFEE-6708141DD0FC}" sibTransId="{32C1EBF9-2887-46D3-92D2-C1BB8CE7C7CC}"/>
    <dgm:cxn modelId="{7012F258-A85D-4345-8CC4-28774EE2941F}" srcId="{47B2BA7A-30DD-4462-BBB6-50DD99AB101C}" destId="{15BE210A-AD67-47BD-B907-E90DD7380BA3}" srcOrd="0" destOrd="0" parTransId="{88E847A3-E312-4E29-AC76-733E5386B7DF}" sibTransId="{084A4BAE-E72F-4C14-9297-9218D5FBDE0D}"/>
    <dgm:cxn modelId="{9658E251-1540-42DB-80A9-016DD1C1990D}" type="presOf" srcId="{4E3E146A-4D38-40FF-9BDC-D2807FB761A5}" destId="{EEAC19A6-57DB-459F-8B15-5DAEF06CBCB2}" srcOrd="0" destOrd="2" presId="urn:microsoft.com/office/officeart/2005/8/layout/hList1"/>
    <dgm:cxn modelId="{5461922F-BAD1-4955-8E72-9898D911CBF6}" srcId="{34CEF098-DE12-41D5-AC8C-4356A471ACDB}" destId="{7961CF38-8162-4CCF-9FCE-434D824CAB57}" srcOrd="0" destOrd="0" parTransId="{7DA4C5EF-7C22-4CDA-B88D-98DE0FAC9072}" sibTransId="{C0DE7137-2F04-4135-BE88-B059BC8A0AB8}"/>
    <dgm:cxn modelId="{5CA25AAA-DD96-4574-ADBB-99EBD1BAC14C}" srcId="{47B2BA7A-30DD-4462-BBB6-50DD99AB101C}" destId="{769E9440-EE38-41D7-A4B7-B5CCB994697D}" srcOrd="4" destOrd="0" parTransId="{A65A5034-032D-44E5-A213-F04CC73FAB86}" sibTransId="{2AF298E7-101B-4276-9749-0BB8CE274927}"/>
    <dgm:cxn modelId="{5C9F6376-FFC6-400A-B998-F04558955ACF}" type="presOf" srcId="{34CEF098-DE12-41D5-AC8C-4356A471ACDB}" destId="{0034ED23-F725-4472-BA2E-3779C0333D8D}" srcOrd="0" destOrd="0" presId="urn:microsoft.com/office/officeart/2005/8/layout/hList1"/>
    <dgm:cxn modelId="{60BC018B-123A-4C67-B93E-13B2E41351A7}" type="presOf" srcId="{47B2BA7A-30DD-4462-BBB6-50DD99AB101C}" destId="{135C3714-27A3-4269-A960-471C666F1378}" srcOrd="0" destOrd="0" presId="urn:microsoft.com/office/officeart/2005/8/layout/hList1"/>
    <dgm:cxn modelId="{23E425A9-02DE-4425-9539-305CB6C655FE}" srcId="{47B2BA7A-30DD-4462-BBB6-50DD99AB101C}" destId="{FC757CA1-C306-4921-88AE-3E631E5CC966}" srcOrd="1" destOrd="0" parTransId="{380F84D5-7ECC-452F-82ED-E607257ECE48}" sibTransId="{2111B5B2-E489-4387-B93A-0C21B2B1D216}"/>
    <dgm:cxn modelId="{0F092D29-75F9-4CEA-8777-8E760ED4EBAC}" type="presOf" srcId="{B21A0B93-CD6D-4DE9-A0AE-9A73E0885C23}" destId="{0039F8B9-7B5B-4323-AE39-092717E79B10}" srcOrd="0" destOrd="2" presId="urn:microsoft.com/office/officeart/2005/8/layout/hList1"/>
    <dgm:cxn modelId="{A10E3FEF-4560-4E3F-904F-F1B95C806048}" srcId="{B27619BC-2381-400F-AF7A-737C5571F62A}" destId="{47B2BA7A-30DD-4462-BBB6-50DD99AB101C}" srcOrd="0" destOrd="0" parTransId="{AB39ABD6-D6A9-4BF5-B31F-9491E01BE05B}" sibTransId="{8C7F7DD0-2A09-4809-BB8F-2C2250C4B3AE}"/>
    <dgm:cxn modelId="{AE79AE58-01CE-4699-8175-67326621CD2F}" type="presParOf" srcId="{9250597F-7E37-4754-96D4-F9A2F180E61B}" destId="{154F05B5-BEEF-41C6-A332-3809CDE6A2A3}" srcOrd="0" destOrd="0" presId="urn:microsoft.com/office/officeart/2005/8/layout/hList1"/>
    <dgm:cxn modelId="{D4611C12-B650-4E52-9B7B-80770CECC1A1}" type="presParOf" srcId="{154F05B5-BEEF-41C6-A332-3809CDE6A2A3}" destId="{135C3714-27A3-4269-A960-471C666F1378}" srcOrd="0" destOrd="0" presId="urn:microsoft.com/office/officeart/2005/8/layout/hList1"/>
    <dgm:cxn modelId="{6955D9E9-73C4-4EA5-9289-7142309F41ED}" type="presParOf" srcId="{154F05B5-BEEF-41C6-A332-3809CDE6A2A3}" destId="{EEAC19A6-57DB-459F-8B15-5DAEF06CBCB2}" srcOrd="1" destOrd="0" presId="urn:microsoft.com/office/officeart/2005/8/layout/hList1"/>
    <dgm:cxn modelId="{213C0517-93ED-404F-AB37-8A9CDE10ACE0}" type="presParOf" srcId="{9250597F-7E37-4754-96D4-F9A2F180E61B}" destId="{E30CCA33-F9B9-4C88-8F10-154C05CD6C92}" srcOrd="1" destOrd="0" presId="urn:microsoft.com/office/officeart/2005/8/layout/hList1"/>
    <dgm:cxn modelId="{1FF7609F-EF38-4C80-99C7-749278AAC9B1}" type="presParOf" srcId="{9250597F-7E37-4754-96D4-F9A2F180E61B}" destId="{AEE1CC3A-F2AA-4F7F-9F9D-5FF6CCE7618A}" srcOrd="2" destOrd="0" presId="urn:microsoft.com/office/officeart/2005/8/layout/hList1"/>
    <dgm:cxn modelId="{68C2E0DB-E3E5-4868-B7D4-D06EC253F019}" type="presParOf" srcId="{AEE1CC3A-F2AA-4F7F-9F9D-5FF6CCE7618A}" destId="{0034ED23-F725-4472-BA2E-3779C0333D8D}" srcOrd="0" destOrd="0" presId="urn:microsoft.com/office/officeart/2005/8/layout/hList1"/>
    <dgm:cxn modelId="{DB0F3BC8-EFDE-42A2-8605-16FF84A45334}" type="presParOf" srcId="{AEE1CC3A-F2AA-4F7F-9F9D-5FF6CCE7618A}" destId="{0039F8B9-7B5B-4323-AE39-092717E79B1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27619BC-2381-400F-AF7A-737C5571F62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7B2BA7A-30DD-4462-BBB6-50DD99AB101C}">
      <dgm:prSet phldrT="[Texto]" custT="1"/>
      <dgm:spPr/>
      <dgm:t>
        <a:bodyPr/>
        <a:lstStyle/>
        <a:p>
          <a:r>
            <a:rPr lang="pt-BR" sz="3200" dirty="0" smtClean="0"/>
            <a:t>ENTRADAS</a:t>
          </a:r>
          <a:endParaRPr lang="pt-BR" sz="3200" dirty="0"/>
        </a:p>
      </dgm:t>
    </dgm:pt>
    <dgm:pt modelId="{AB39ABD6-D6A9-4BF5-B31F-9491E01BE05B}" type="parTrans" cxnId="{A10E3FEF-4560-4E3F-904F-F1B95C806048}">
      <dgm:prSet/>
      <dgm:spPr/>
      <dgm:t>
        <a:bodyPr/>
        <a:lstStyle/>
        <a:p>
          <a:endParaRPr lang="pt-BR"/>
        </a:p>
      </dgm:t>
    </dgm:pt>
    <dgm:pt modelId="{8C7F7DD0-2A09-4809-BB8F-2C2250C4B3AE}" type="sibTrans" cxnId="{A10E3FEF-4560-4E3F-904F-F1B95C806048}">
      <dgm:prSet/>
      <dgm:spPr/>
      <dgm:t>
        <a:bodyPr/>
        <a:lstStyle/>
        <a:p>
          <a:endParaRPr lang="pt-BR"/>
        </a:p>
      </dgm:t>
    </dgm:pt>
    <dgm:pt modelId="{15BE210A-AD67-47BD-B907-E90DD7380BA3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Escopo e objetivo da auditoria</a:t>
          </a:r>
          <a:endParaRPr lang="pt-BR" dirty="0">
            <a:solidFill>
              <a:srgbClr val="000000"/>
            </a:solidFill>
          </a:endParaRPr>
        </a:p>
      </dgm:t>
    </dgm:pt>
    <dgm:pt modelId="{88E847A3-E312-4E29-AC76-733E5386B7DF}" type="parTrans" cxnId="{7012F258-A85D-4345-8CC4-28774EE2941F}">
      <dgm:prSet/>
      <dgm:spPr/>
      <dgm:t>
        <a:bodyPr/>
        <a:lstStyle/>
        <a:p>
          <a:endParaRPr lang="pt-BR"/>
        </a:p>
      </dgm:t>
    </dgm:pt>
    <dgm:pt modelId="{084A4BAE-E72F-4C14-9297-9218D5FBDE0D}" type="sibTrans" cxnId="{7012F258-A85D-4345-8CC4-28774EE2941F}">
      <dgm:prSet/>
      <dgm:spPr/>
      <dgm:t>
        <a:bodyPr/>
        <a:lstStyle/>
        <a:p>
          <a:endParaRPr lang="pt-BR"/>
        </a:p>
      </dgm:t>
    </dgm:pt>
    <dgm:pt modelId="{34CEF098-DE12-41D5-AC8C-4356A471ACDB}">
      <dgm:prSet phldrT="[Texto]" custT="1"/>
      <dgm:spPr/>
      <dgm:t>
        <a:bodyPr/>
        <a:lstStyle/>
        <a:p>
          <a:r>
            <a:rPr lang="pt-BR" sz="3200" dirty="0" smtClean="0"/>
            <a:t>ATIVIDADES</a:t>
          </a:r>
          <a:endParaRPr lang="pt-BR" sz="3200" dirty="0"/>
        </a:p>
      </dgm:t>
    </dgm:pt>
    <dgm:pt modelId="{31BFABB0-E139-462C-8081-CF2FBBC383A9}" type="parTrans" cxnId="{A20B1A17-B904-4C77-A07D-1F94E6B5E2D0}">
      <dgm:prSet/>
      <dgm:spPr/>
      <dgm:t>
        <a:bodyPr/>
        <a:lstStyle/>
        <a:p>
          <a:endParaRPr lang="pt-BR"/>
        </a:p>
      </dgm:t>
    </dgm:pt>
    <dgm:pt modelId="{1B844417-1C99-4F01-827D-1070BE2540CC}" type="sibTrans" cxnId="{A20B1A17-B904-4C77-A07D-1F94E6B5E2D0}">
      <dgm:prSet/>
      <dgm:spPr/>
      <dgm:t>
        <a:bodyPr/>
        <a:lstStyle/>
        <a:p>
          <a:endParaRPr lang="pt-BR"/>
        </a:p>
      </dgm:t>
    </dgm:pt>
    <dgm:pt modelId="{7961CF38-8162-4CCF-9FCE-434D824CAB57}">
      <dgm:prSet phldrT="[Texto]"/>
      <dgm:spPr/>
      <dgm:t>
        <a:bodyPr/>
        <a:lstStyle/>
        <a:p>
          <a:r>
            <a:rPr lang="pt-BR" u="none" dirty="0" smtClean="0">
              <a:solidFill>
                <a:schemeClr val="bg1">
                  <a:lumMod val="10000"/>
                </a:schemeClr>
              </a:solidFill>
            </a:rPr>
            <a:t>Elaborar relatório</a:t>
          </a:r>
          <a:endParaRPr lang="pt-BR" dirty="0">
            <a:solidFill>
              <a:schemeClr val="bg1">
                <a:lumMod val="10000"/>
              </a:schemeClr>
            </a:solidFill>
          </a:endParaRPr>
        </a:p>
      </dgm:t>
    </dgm:pt>
    <dgm:pt modelId="{7DA4C5EF-7C22-4CDA-B88D-98DE0FAC9072}" type="parTrans" cxnId="{5461922F-BAD1-4955-8E72-9898D911CBF6}">
      <dgm:prSet/>
      <dgm:spPr/>
      <dgm:t>
        <a:bodyPr/>
        <a:lstStyle/>
        <a:p>
          <a:endParaRPr lang="pt-BR"/>
        </a:p>
      </dgm:t>
    </dgm:pt>
    <dgm:pt modelId="{C0DE7137-2F04-4135-BE88-B059BC8A0AB8}" type="sibTrans" cxnId="{5461922F-BAD1-4955-8E72-9898D911CBF6}">
      <dgm:prSet/>
      <dgm:spPr/>
      <dgm:t>
        <a:bodyPr/>
        <a:lstStyle/>
        <a:p>
          <a:endParaRPr lang="pt-BR"/>
        </a:p>
      </dgm:t>
    </dgm:pt>
    <dgm:pt modelId="{EF051479-F327-4D0E-926D-C1A73771334C}">
      <dgm:prSet custT="1"/>
      <dgm:spPr/>
      <dgm:t>
        <a:bodyPr/>
        <a:lstStyle/>
        <a:p>
          <a:r>
            <a:rPr lang="pt-BR" sz="3200" dirty="0" smtClean="0"/>
            <a:t>SAÍDAS</a:t>
          </a:r>
          <a:endParaRPr lang="pt-BR" sz="3200" dirty="0"/>
        </a:p>
      </dgm:t>
    </dgm:pt>
    <dgm:pt modelId="{8936F796-4DEB-4F99-A328-58CBCDC2DC05}" type="parTrans" cxnId="{DA46F134-4760-48AF-9F08-414C55DA4E51}">
      <dgm:prSet/>
      <dgm:spPr/>
      <dgm:t>
        <a:bodyPr/>
        <a:lstStyle/>
        <a:p>
          <a:endParaRPr lang="pt-BR"/>
        </a:p>
      </dgm:t>
    </dgm:pt>
    <dgm:pt modelId="{6F5666F3-0288-4555-ACBE-DC66537E7D0E}" type="sibTrans" cxnId="{DA46F134-4760-48AF-9F08-414C55DA4E51}">
      <dgm:prSet/>
      <dgm:spPr/>
      <dgm:t>
        <a:bodyPr/>
        <a:lstStyle/>
        <a:p>
          <a:endParaRPr lang="pt-BR"/>
        </a:p>
      </dgm:t>
    </dgm:pt>
    <dgm:pt modelId="{EFDFDE08-4066-4EF8-BE13-96E55C98FD90}">
      <dgm:prSet/>
      <dgm:spPr/>
      <dgm:t>
        <a:bodyPr/>
        <a:lstStyle/>
        <a:p>
          <a:r>
            <a:rPr lang="pt-BR" u="none" dirty="0" smtClean="0">
              <a:solidFill>
                <a:schemeClr val="bg1">
                  <a:lumMod val="10000"/>
                </a:schemeClr>
              </a:solidFill>
            </a:rPr>
            <a:t>Elaborar sumário executivo</a:t>
          </a:r>
          <a:endParaRPr lang="pt-BR" dirty="0">
            <a:solidFill>
              <a:schemeClr val="bg1">
                <a:lumMod val="10000"/>
              </a:schemeClr>
            </a:solidFill>
          </a:endParaRPr>
        </a:p>
      </dgm:t>
    </dgm:pt>
    <dgm:pt modelId="{AEBEF84E-D39F-4004-99DF-582F18A9E04E}" type="parTrans" cxnId="{28533B08-0C6D-4CDE-8140-A60801048F83}">
      <dgm:prSet/>
      <dgm:spPr/>
      <dgm:t>
        <a:bodyPr/>
        <a:lstStyle/>
        <a:p>
          <a:endParaRPr lang="pt-BR"/>
        </a:p>
      </dgm:t>
    </dgm:pt>
    <dgm:pt modelId="{1E1BCFA5-3CD4-47BD-8B15-18148F5579C6}" type="sibTrans" cxnId="{28533B08-0C6D-4CDE-8140-A60801048F83}">
      <dgm:prSet/>
      <dgm:spPr/>
      <dgm:t>
        <a:bodyPr/>
        <a:lstStyle/>
        <a:p>
          <a:endParaRPr lang="pt-BR"/>
        </a:p>
      </dgm:t>
    </dgm:pt>
    <dgm:pt modelId="{B4ECD815-C292-4646-9501-939A2CF307C3}">
      <dgm:prSet/>
      <dgm:spPr/>
      <dgm:t>
        <a:bodyPr/>
        <a:lstStyle/>
        <a:p>
          <a:r>
            <a:rPr lang="pt-BR" u="none" dirty="0" smtClean="0">
              <a:solidFill>
                <a:schemeClr val="bg1">
                  <a:lumMod val="10000"/>
                </a:schemeClr>
              </a:solidFill>
            </a:rPr>
            <a:t>Encaminhar relatório</a:t>
          </a:r>
          <a:endParaRPr lang="pt-BR" dirty="0">
            <a:solidFill>
              <a:schemeClr val="bg1">
                <a:lumMod val="10000"/>
              </a:schemeClr>
            </a:solidFill>
          </a:endParaRPr>
        </a:p>
      </dgm:t>
    </dgm:pt>
    <dgm:pt modelId="{59EC7261-940B-45D6-8640-06F18ACCC96A}" type="parTrans" cxnId="{98D48997-D9C2-4446-95C6-64FE11BE39CF}">
      <dgm:prSet/>
      <dgm:spPr/>
      <dgm:t>
        <a:bodyPr/>
        <a:lstStyle/>
        <a:p>
          <a:endParaRPr lang="pt-BR"/>
        </a:p>
      </dgm:t>
    </dgm:pt>
    <dgm:pt modelId="{1B21805C-7D7C-47E5-A660-8EFF145DB87A}" type="sibTrans" cxnId="{98D48997-D9C2-4446-95C6-64FE11BE39CF}">
      <dgm:prSet/>
      <dgm:spPr/>
      <dgm:t>
        <a:bodyPr/>
        <a:lstStyle/>
        <a:p>
          <a:endParaRPr lang="pt-BR"/>
        </a:p>
      </dgm:t>
    </dgm:pt>
    <dgm:pt modelId="{7C28A30C-BA3E-4F7E-8FE4-8C4E403B50B3}">
      <dgm:prSet custT="1"/>
      <dgm:spPr/>
      <dgm:t>
        <a:bodyPr/>
        <a:lstStyle/>
        <a:p>
          <a:r>
            <a:rPr lang="pt-BR" sz="2300" dirty="0" smtClean="0">
              <a:solidFill>
                <a:schemeClr val="bg1">
                  <a:lumMod val="10000"/>
                </a:schemeClr>
              </a:solidFill>
            </a:rPr>
            <a:t>Relatório de auditoria (e-</a:t>
          </a:r>
          <a:r>
            <a:rPr lang="pt-BR" sz="2300" dirty="0" err="1" smtClean="0">
              <a:solidFill>
                <a:schemeClr val="bg1">
                  <a:lumMod val="10000"/>
                </a:schemeClr>
              </a:solidFill>
            </a:rPr>
            <a:t>Doc</a:t>
          </a:r>
          <a:r>
            <a:rPr lang="pt-BR" sz="2300" dirty="0" smtClean="0">
              <a:solidFill>
                <a:schemeClr val="bg1">
                  <a:lumMod val="10000"/>
                </a:schemeClr>
              </a:solidFill>
            </a:rPr>
            <a:t> e publicado no portal)</a:t>
          </a:r>
          <a:endParaRPr lang="pt-BR" sz="2300" dirty="0">
            <a:solidFill>
              <a:schemeClr val="bg1">
                <a:lumMod val="10000"/>
              </a:schemeClr>
            </a:solidFill>
          </a:endParaRPr>
        </a:p>
      </dgm:t>
    </dgm:pt>
    <dgm:pt modelId="{5CB18E1B-FD2B-400C-B1A9-0145C800AEBC}" type="parTrans" cxnId="{4BC7F6FA-2988-4B0B-81CB-755631A790FA}">
      <dgm:prSet/>
      <dgm:spPr/>
      <dgm:t>
        <a:bodyPr/>
        <a:lstStyle/>
        <a:p>
          <a:endParaRPr lang="pt-BR"/>
        </a:p>
      </dgm:t>
    </dgm:pt>
    <dgm:pt modelId="{2EC42940-D7BB-4495-AD3D-E4576DBAEF05}" type="sibTrans" cxnId="{4BC7F6FA-2988-4B0B-81CB-755631A790FA}">
      <dgm:prSet/>
      <dgm:spPr/>
      <dgm:t>
        <a:bodyPr/>
        <a:lstStyle/>
        <a:p>
          <a:endParaRPr lang="pt-BR"/>
        </a:p>
      </dgm:t>
    </dgm:pt>
    <dgm:pt modelId="{69A98200-E4C9-436C-A750-9706EEC81F8A}">
      <dgm:prSet custT="1"/>
      <dgm:spPr/>
      <dgm:t>
        <a:bodyPr/>
        <a:lstStyle/>
        <a:p>
          <a:r>
            <a:rPr lang="pt-BR" sz="2300" dirty="0" smtClean="0">
              <a:solidFill>
                <a:schemeClr val="bg1">
                  <a:lumMod val="10000"/>
                </a:schemeClr>
              </a:solidFill>
            </a:rPr>
            <a:t>Sumário executivo de auditoria (e-</a:t>
          </a:r>
          <a:r>
            <a:rPr lang="pt-BR" sz="2300" dirty="0" err="1" smtClean="0">
              <a:solidFill>
                <a:schemeClr val="bg1">
                  <a:lumMod val="10000"/>
                </a:schemeClr>
              </a:solidFill>
            </a:rPr>
            <a:t>Doc</a:t>
          </a:r>
          <a:r>
            <a:rPr lang="pt-BR" sz="2300" dirty="0" smtClean="0">
              <a:solidFill>
                <a:schemeClr val="bg1">
                  <a:lumMod val="10000"/>
                </a:schemeClr>
              </a:solidFill>
            </a:rPr>
            <a:t> e publicado no portal)</a:t>
          </a:r>
        </a:p>
      </dgm:t>
    </dgm:pt>
    <dgm:pt modelId="{AA2CDCDA-15CC-4F01-959A-D385D4DBE82C}" type="parTrans" cxnId="{BC73DE37-E84E-46B7-8FE1-626F5DC4872F}">
      <dgm:prSet/>
      <dgm:spPr/>
      <dgm:t>
        <a:bodyPr/>
        <a:lstStyle/>
        <a:p>
          <a:endParaRPr lang="pt-BR"/>
        </a:p>
      </dgm:t>
    </dgm:pt>
    <dgm:pt modelId="{E545E9F2-4A11-4459-A92B-58F169B292A4}" type="sibTrans" cxnId="{BC73DE37-E84E-46B7-8FE1-626F5DC4872F}">
      <dgm:prSet/>
      <dgm:spPr/>
      <dgm:t>
        <a:bodyPr/>
        <a:lstStyle/>
        <a:p>
          <a:endParaRPr lang="pt-BR"/>
        </a:p>
      </dgm:t>
    </dgm:pt>
    <dgm:pt modelId="{9D5F6992-04A4-4F7D-99A1-0AB5A1382B43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Respostas à solicitação de esclarecimentos</a:t>
          </a:r>
          <a:endParaRPr lang="pt-BR" dirty="0">
            <a:solidFill>
              <a:srgbClr val="000000"/>
            </a:solidFill>
          </a:endParaRPr>
        </a:p>
      </dgm:t>
    </dgm:pt>
    <dgm:pt modelId="{D35E3A3F-DD9E-41E5-AA58-554D46E8E970}" type="parTrans" cxnId="{EDE40540-C22A-482E-8165-6C88D2F878E5}">
      <dgm:prSet/>
      <dgm:spPr/>
      <dgm:t>
        <a:bodyPr/>
        <a:lstStyle/>
        <a:p>
          <a:endParaRPr lang="pt-BR"/>
        </a:p>
      </dgm:t>
    </dgm:pt>
    <dgm:pt modelId="{D35B165B-0CB5-4C1B-8687-AEEFDA40F9CB}" type="sibTrans" cxnId="{EDE40540-C22A-482E-8165-6C88D2F878E5}">
      <dgm:prSet/>
      <dgm:spPr/>
      <dgm:t>
        <a:bodyPr/>
        <a:lstStyle/>
        <a:p>
          <a:endParaRPr lang="pt-BR"/>
        </a:p>
      </dgm:t>
    </dgm:pt>
    <dgm:pt modelId="{F36D3EA4-87ED-4F7C-B969-AB51B04A826E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Achados de auditoria</a:t>
          </a:r>
          <a:endParaRPr lang="pt-BR" dirty="0">
            <a:solidFill>
              <a:srgbClr val="000000"/>
            </a:solidFill>
          </a:endParaRPr>
        </a:p>
      </dgm:t>
    </dgm:pt>
    <dgm:pt modelId="{52C50105-D8F9-4FC4-BB04-4B0DAD61D40E}" type="parTrans" cxnId="{61B278AA-B7A6-4CD1-A76F-4AEC83184189}">
      <dgm:prSet/>
      <dgm:spPr/>
      <dgm:t>
        <a:bodyPr/>
        <a:lstStyle/>
        <a:p>
          <a:endParaRPr lang="pt-BR"/>
        </a:p>
      </dgm:t>
    </dgm:pt>
    <dgm:pt modelId="{63B21CF9-5427-498F-8DDC-E05AC9DC141E}" type="sibTrans" cxnId="{61B278AA-B7A6-4CD1-A76F-4AEC83184189}">
      <dgm:prSet/>
      <dgm:spPr/>
      <dgm:t>
        <a:bodyPr/>
        <a:lstStyle/>
        <a:p>
          <a:endParaRPr lang="pt-BR"/>
        </a:p>
      </dgm:t>
    </dgm:pt>
    <dgm:pt modelId="{5620B66F-0B96-456F-99BD-D091533E910E}">
      <dgm:prSet phldrT="[Texto]"/>
      <dgm:spPr/>
      <dgm:t>
        <a:bodyPr/>
        <a:lstStyle/>
        <a:p>
          <a:r>
            <a:rPr lang="pt-BR" smtClean="0">
              <a:solidFill>
                <a:srgbClr val="000000"/>
              </a:solidFill>
            </a:rPr>
            <a:t>Notas de auditoria</a:t>
          </a:r>
          <a:endParaRPr lang="pt-BR" dirty="0" smtClean="0">
            <a:solidFill>
              <a:srgbClr val="000000"/>
            </a:solidFill>
          </a:endParaRPr>
        </a:p>
      </dgm:t>
    </dgm:pt>
    <dgm:pt modelId="{2B10F306-D6C1-42DF-8D50-69EFA9A18F24}" type="parTrans" cxnId="{2B17DFD0-FA07-478C-9948-3C0E716551E0}">
      <dgm:prSet/>
      <dgm:spPr/>
      <dgm:t>
        <a:bodyPr/>
        <a:lstStyle/>
        <a:p>
          <a:endParaRPr lang="pt-BR"/>
        </a:p>
      </dgm:t>
    </dgm:pt>
    <dgm:pt modelId="{C7614BDB-07EC-434A-BF3C-15081492107F}" type="sibTrans" cxnId="{2B17DFD0-FA07-478C-9948-3C0E716551E0}">
      <dgm:prSet/>
      <dgm:spPr/>
      <dgm:t>
        <a:bodyPr/>
        <a:lstStyle/>
        <a:p>
          <a:endParaRPr lang="pt-BR"/>
        </a:p>
      </dgm:t>
    </dgm:pt>
    <dgm:pt modelId="{0F37895A-1A57-4063-9E3E-859EB711934B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Recomendações de auditoria</a:t>
          </a:r>
          <a:endParaRPr lang="pt-BR" dirty="0">
            <a:solidFill>
              <a:srgbClr val="000000"/>
            </a:solidFill>
          </a:endParaRPr>
        </a:p>
      </dgm:t>
    </dgm:pt>
    <dgm:pt modelId="{98EDEE1B-3973-4AE3-BF56-519967DCF3E0}" type="parTrans" cxnId="{EB817F67-3D19-49DE-9CB0-0A2BD7EEC88D}">
      <dgm:prSet/>
      <dgm:spPr/>
      <dgm:t>
        <a:bodyPr/>
        <a:lstStyle/>
        <a:p>
          <a:endParaRPr lang="pt-BR"/>
        </a:p>
      </dgm:t>
    </dgm:pt>
    <dgm:pt modelId="{63FD0DF3-2B53-440F-980A-7AF628BBB5EE}" type="sibTrans" cxnId="{EB817F67-3D19-49DE-9CB0-0A2BD7EEC88D}">
      <dgm:prSet/>
      <dgm:spPr/>
      <dgm:t>
        <a:bodyPr/>
        <a:lstStyle/>
        <a:p>
          <a:endParaRPr lang="pt-BR"/>
        </a:p>
      </dgm:t>
    </dgm:pt>
    <dgm:pt modelId="{75859B72-5C1E-4765-A27A-FDF457ED86EE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Evidências de auditoria</a:t>
          </a:r>
          <a:endParaRPr lang="pt-BR" dirty="0">
            <a:solidFill>
              <a:srgbClr val="000000"/>
            </a:solidFill>
          </a:endParaRPr>
        </a:p>
      </dgm:t>
    </dgm:pt>
    <dgm:pt modelId="{CB3E7BD2-83A0-4CAE-9868-C7AA4637CDE5}" type="parTrans" cxnId="{8E8C8DE7-976A-437B-BFF7-C646050203CA}">
      <dgm:prSet/>
      <dgm:spPr/>
      <dgm:t>
        <a:bodyPr/>
        <a:lstStyle/>
        <a:p>
          <a:endParaRPr lang="pt-BR"/>
        </a:p>
      </dgm:t>
    </dgm:pt>
    <dgm:pt modelId="{96525888-2D22-44F2-B0CB-6EDE0DC0FAA4}" type="sibTrans" cxnId="{8E8C8DE7-976A-437B-BFF7-C646050203CA}">
      <dgm:prSet/>
      <dgm:spPr/>
      <dgm:t>
        <a:bodyPr/>
        <a:lstStyle/>
        <a:p>
          <a:endParaRPr lang="pt-BR"/>
        </a:p>
      </dgm:t>
    </dgm:pt>
    <dgm:pt modelId="{7A2FD98A-FF71-407E-9C05-DD85330B3D3A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Entendimento do objeto</a:t>
          </a:r>
          <a:endParaRPr lang="pt-BR" dirty="0">
            <a:solidFill>
              <a:srgbClr val="000000"/>
            </a:solidFill>
          </a:endParaRPr>
        </a:p>
      </dgm:t>
    </dgm:pt>
    <dgm:pt modelId="{C235476A-6A16-4319-A96F-D98D0C577193}" type="parTrans" cxnId="{E54AF792-4C03-41BB-AD99-40CEE63C76A3}">
      <dgm:prSet/>
      <dgm:spPr/>
      <dgm:t>
        <a:bodyPr/>
        <a:lstStyle/>
        <a:p>
          <a:endParaRPr lang="pt-BR"/>
        </a:p>
      </dgm:t>
    </dgm:pt>
    <dgm:pt modelId="{329EC946-ED10-47B0-8AA5-334341F0083B}" type="sibTrans" cxnId="{E54AF792-4C03-41BB-AD99-40CEE63C76A3}">
      <dgm:prSet/>
      <dgm:spPr/>
      <dgm:t>
        <a:bodyPr/>
        <a:lstStyle/>
        <a:p>
          <a:endParaRPr lang="pt-BR"/>
        </a:p>
      </dgm:t>
    </dgm:pt>
    <dgm:pt modelId="{22CF30E3-313B-4BE1-A1E4-6457BFD47319}">
      <dgm:prSet phldrT="[Texto]"/>
      <dgm:spPr/>
      <dgm:t>
        <a:bodyPr/>
        <a:lstStyle/>
        <a:p>
          <a:r>
            <a:rPr lang="pt-BR" dirty="0" smtClean="0">
              <a:solidFill>
                <a:srgbClr val="000000"/>
              </a:solidFill>
            </a:rPr>
            <a:t>Plano de ação</a:t>
          </a:r>
          <a:endParaRPr lang="pt-BR" dirty="0">
            <a:solidFill>
              <a:srgbClr val="000000"/>
            </a:solidFill>
          </a:endParaRPr>
        </a:p>
      </dgm:t>
    </dgm:pt>
    <dgm:pt modelId="{95F077B2-C758-4CEC-A83E-D3497418BB49}" type="parTrans" cxnId="{2084EF6E-1693-4EAD-8BAB-8865AB2F723C}">
      <dgm:prSet/>
      <dgm:spPr/>
      <dgm:t>
        <a:bodyPr/>
        <a:lstStyle/>
        <a:p>
          <a:endParaRPr lang="pt-BR"/>
        </a:p>
      </dgm:t>
    </dgm:pt>
    <dgm:pt modelId="{50E2D79D-CBFE-4EC2-8E7D-5524E7FF6F26}" type="sibTrans" cxnId="{2084EF6E-1693-4EAD-8BAB-8865AB2F723C}">
      <dgm:prSet/>
      <dgm:spPr/>
      <dgm:t>
        <a:bodyPr/>
        <a:lstStyle/>
        <a:p>
          <a:endParaRPr lang="pt-BR"/>
        </a:p>
      </dgm:t>
    </dgm:pt>
    <dgm:pt modelId="{AA796482-C48B-4B24-AB82-255ED40F8B76}">
      <dgm:prSet/>
      <dgm:spPr/>
      <dgm:t>
        <a:bodyPr/>
        <a:lstStyle/>
        <a:p>
          <a:r>
            <a:rPr lang="pt-BR" dirty="0" smtClean="0">
              <a:solidFill>
                <a:schemeClr val="bg1">
                  <a:lumMod val="10000"/>
                </a:schemeClr>
              </a:solidFill>
            </a:rPr>
            <a:t>Publicar relatório</a:t>
          </a:r>
          <a:endParaRPr lang="pt-BR" dirty="0">
            <a:solidFill>
              <a:schemeClr val="bg1">
                <a:lumMod val="10000"/>
              </a:schemeClr>
            </a:solidFill>
          </a:endParaRPr>
        </a:p>
      </dgm:t>
    </dgm:pt>
    <dgm:pt modelId="{3B0DBF1D-5F0E-4FDB-8B95-4F7F157546BF}" type="parTrans" cxnId="{F0E5E7BE-3FE1-4D5B-BB10-E255926567DA}">
      <dgm:prSet/>
      <dgm:spPr/>
      <dgm:t>
        <a:bodyPr/>
        <a:lstStyle/>
        <a:p>
          <a:endParaRPr lang="pt-BR"/>
        </a:p>
      </dgm:t>
    </dgm:pt>
    <dgm:pt modelId="{C9FD847F-18DE-47E7-834E-F602A5B652EC}" type="sibTrans" cxnId="{F0E5E7BE-3FE1-4D5B-BB10-E255926567DA}">
      <dgm:prSet/>
      <dgm:spPr/>
      <dgm:t>
        <a:bodyPr/>
        <a:lstStyle/>
        <a:p>
          <a:endParaRPr lang="pt-BR"/>
        </a:p>
      </dgm:t>
    </dgm:pt>
    <dgm:pt modelId="{9250597F-7E37-4754-96D4-F9A2F180E61B}" type="pres">
      <dgm:prSet presAssocID="{B27619BC-2381-400F-AF7A-737C5571F62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154F05B5-BEEF-41C6-A332-3809CDE6A2A3}" type="pres">
      <dgm:prSet presAssocID="{47B2BA7A-30DD-4462-BBB6-50DD99AB101C}" presName="composite" presStyleCnt="0"/>
      <dgm:spPr/>
    </dgm:pt>
    <dgm:pt modelId="{135C3714-27A3-4269-A960-471C666F1378}" type="pres">
      <dgm:prSet presAssocID="{47B2BA7A-30DD-4462-BBB6-50DD99AB101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EAC19A6-57DB-459F-8B15-5DAEF06CBCB2}" type="pres">
      <dgm:prSet presAssocID="{47B2BA7A-30DD-4462-BBB6-50DD99AB101C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30CCA33-F9B9-4C88-8F10-154C05CD6C92}" type="pres">
      <dgm:prSet presAssocID="{8C7F7DD0-2A09-4809-BB8F-2C2250C4B3AE}" presName="space" presStyleCnt="0"/>
      <dgm:spPr/>
    </dgm:pt>
    <dgm:pt modelId="{AEE1CC3A-F2AA-4F7F-9F9D-5FF6CCE7618A}" type="pres">
      <dgm:prSet presAssocID="{34CEF098-DE12-41D5-AC8C-4356A471ACDB}" presName="composite" presStyleCnt="0"/>
      <dgm:spPr/>
    </dgm:pt>
    <dgm:pt modelId="{0034ED23-F725-4472-BA2E-3779C0333D8D}" type="pres">
      <dgm:prSet presAssocID="{34CEF098-DE12-41D5-AC8C-4356A471ACD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039F8B9-7B5B-4323-AE39-092717E79B10}" type="pres">
      <dgm:prSet presAssocID="{34CEF098-DE12-41D5-AC8C-4356A471ACDB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1BC276B-90E9-41BD-A712-C93FA5594343}" type="pres">
      <dgm:prSet presAssocID="{1B844417-1C99-4F01-827D-1070BE2540CC}" presName="space" presStyleCnt="0"/>
      <dgm:spPr/>
    </dgm:pt>
    <dgm:pt modelId="{05DB6E00-A38B-4967-A386-1EADCB206C90}" type="pres">
      <dgm:prSet presAssocID="{EF051479-F327-4D0E-926D-C1A73771334C}" presName="composite" presStyleCnt="0"/>
      <dgm:spPr/>
    </dgm:pt>
    <dgm:pt modelId="{7142C213-1A37-49C3-AC24-8A7E0A7B30A9}" type="pres">
      <dgm:prSet presAssocID="{EF051479-F327-4D0E-926D-C1A73771334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EEC123-1BED-469B-BBB0-46A446845A78}" type="pres">
      <dgm:prSet presAssocID="{EF051479-F327-4D0E-926D-C1A73771334C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461922F-BAD1-4955-8E72-9898D911CBF6}" srcId="{34CEF098-DE12-41D5-AC8C-4356A471ACDB}" destId="{7961CF38-8162-4CCF-9FCE-434D824CAB57}" srcOrd="0" destOrd="0" parTransId="{7DA4C5EF-7C22-4CDA-B88D-98DE0FAC9072}" sibTransId="{C0DE7137-2F04-4135-BE88-B059BC8A0AB8}"/>
    <dgm:cxn modelId="{66723575-F56C-44B2-A453-A12B27F60792}" type="presOf" srcId="{75859B72-5C1E-4765-A27A-FDF457ED86EE}" destId="{EEAC19A6-57DB-459F-8B15-5DAEF06CBCB2}" srcOrd="0" destOrd="2" presId="urn:microsoft.com/office/officeart/2005/8/layout/hList1"/>
    <dgm:cxn modelId="{A20B1A17-B904-4C77-A07D-1F94E6B5E2D0}" srcId="{B27619BC-2381-400F-AF7A-737C5571F62A}" destId="{34CEF098-DE12-41D5-AC8C-4356A471ACDB}" srcOrd="1" destOrd="0" parTransId="{31BFABB0-E139-462C-8081-CF2FBBC383A9}" sibTransId="{1B844417-1C99-4F01-827D-1070BE2540CC}"/>
    <dgm:cxn modelId="{D7619EED-3E0C-4333-9E4A-29F39DCEB067}" type="presOf" srcId="{7961CF38-8162-4CCF-9FCE-434D824CAB57}" destId="{0039F8B9-7B5B-4323-AE39-092717E79B10}" srcOrd="0" destOrd="0" presId="urn:microsoft.com/office/officeart/2005/8/layout/hList1"/>
    <dgm:cxn modelId="{DDA1691C-A997-4A28-AC7E-0BEB79ADB5C2}" type="presOf" srcId="{7C28A30C-BA3E-4F7E-8FE4-8C4E403B50B3}" destId="{ABEEC123-1BED-469B-BBB0-46A446845A78}" srcOrd="0" destOrd="0" presId="urn:microsoft.com/office/officeart/2005/8/layout/hList1"/>
    <dgm:cxn modelId="{61B278AA-B7A6-4CD1-A76F-4AEC83184189}" srcId="{47B2BA7A-30DD-4462-BBB6-50DD99AB101C}" destId="{F36D3EA4-87ED-4F7C-B969-AB51B04A826E}" srcOrd="4" destOrd="0" parTransId="{52C50105-D8F9-4FC4-BB04-4B0DAD61D40E}" sibTransId="{63B21CF9-5427-498F-8DDC-E05AC9DC141E}"/>
    <dgm:cxn modelId="{F0950097-9636-4358-A8FB-17F9A6E4350B}" type="presOf" srcId="{5620B66F-0B96-456F-99BD-D091533E910E}" destId="{EEAC19A6-57DB-459F-8B15-5DAEF06CBCB2}" srcOrd="0" destOrd="5" presId="urn:microsoft.com/office/officeart/2005/8/layout/hList1"/>
    <dgm:cxn modelId="{BC73DE37-E84E-46B7-8FE1-626F5DC4872F}" srcId="{EF051479-F327-4D0E-926D-C1A73771334C}" destId="{69A98200-E4C9-436C-A750-9706EEC81F8A}" srcOrd="1" destOrd="0" parTransId="{AA2CDCDA-15CC-4F01-959A-D385D4DBE82C}" sibTransId="{E545E9F2-4A11-4459-A92B-58F169B292A4}"/>
    <dgm:cxn modelId="{582D023D-3DC3-41CD-BE5F-3FED8243D9A4}" type="presOf" srcId="{22CF30E3-313B-4BE1-A1E4-6457BFD47319}" destId="{EEAC19A6-57DB-459F-8B15-5DAEF06CBCB2}" srcOrd="0" destOrd="7" presId="urn:microsoft.com/office/officeart/2005/8/layout/hList1"/>
    <dgm:cxn modelId="{26598C34-2BA1-4030-BB71-D900B32091E3}" type="presOf" srcId="{EFDFDE08-4066-4EF8-BE13-96E55C98FD90}" destId="{0039F8B9-7B5B-4323-AE39-092717E79B10}" srcOrd="0" destOrd="1" presId="urn:microsoft.com/office/officeart/2005/8/layout/hList1"/>
    <dgm:cxn modelId="{A0070E1D-1EC5-4B6A-AA3E-4A9B727D42C2}" type="presOf" srcId="{F36D3EA4-87ED-4F7C-B969-AB51B04A826E}" destId="{EEAC19A6-57DB-459F-8B15-5DAEF06CBCB2}" srcOrd="0" destOrd="4" presId="urn:microsoft.com/office/officeart/2005/8/layout/hList1"/>
    <dgm:cxn modelId="{2084EF6E-1693-4EAD-8BAB-8865AB2F723C}" srcId="{47B2BA7A-30DD-4462-BBB6-50DD99AB101C}" destId="{22CF30E3-313B-4BE1-A1E4-6457BFD47319}" srcOrd="7" destOrd="0" parTransId="{95F077B2-C758-4CEC-A83E-D3497418BB49}" sibTransId="{50E2D79D-CBFE-4EC2-8E7D-5524E7FF6F26}"/>
    <dgm:cxn modelId="{4BC7F6FA-2988-4B0B-81CB-755631A790FA}" srcId="{EF051479-F327-4D0E-926D-C1A73771334C}" destId="{7C28A30C-BA3E-4F7E-8FE4-8C4E403B50B3}" srcOrd="0" destOrd="0" parTransId="{5CB18E1B-FD2B-400C-B1A9-0145C800AEBC}" sibTransId="{2EC42940-D7BB-4495-AD3D-E4576DBAEF05}"/>
    <dgm:cxn modelId="{8E8C8DE7-976A-437B-BFF7-C646050203CA}" srcId="{47B2BA7A-30DD-4462-BBB6-50DD99AB101C}" destId="{75859B72-5C1E-4765-A27A-FDF457ED86EE}" srcOrd="2" destOrd="0" parTransId="{CB3E7BD2-83A0-4CAE-9868-C7AA4637CDE5}" sibTransId="{96525888-2D22-44F2-B0CB-6EDE0DC0FAA4}"/>
    <dgm:cxn modelId="{BF1B3FD9-15CB-4768-8875-1B6B85FA13F4}" type="presOf" srcId="{AA796482-C48B-4B24-AB82-255ED40F8B76}" destId="{0039F8B9-7B5B-4323-AE39-092717E79B10}" srcOrd="0" destOrd="3" presId="urn:microsoft.com/office/officeart/2005/8/layout/hList1"/>
    <dgm:cxn modelId="{67821ABE-17B9-4464-A406-FD526AA3DFBD}" type="presOf" srcId="{B4ECD815-C292-4646-9501-939A2CF307C3}" destId="{0039F8B9-7B5B-4323-AE39-092717E79B10}" srcOrd="0" destOrd="2" presId="urn:microsoft.com/office/officeart/2005/8/layout/hList1"/>
    <dgm:cxn modelId="{28533B08-0C6D-4CDE-8140-A60801048F83}" srcId="{34CEF098-DE12-41D5-AC8C-4356A471ACDB}" destId="{EFDFDE08-4066-4EF8-BE13-96E55C98FD90}" srcOrd="1" destOrd="0" parTransId="{AEBEF84E-D39F-4004-99DF-582F18A9E04E}" sibTransId="{1E1BCFA5-3CD4-47BD-8B15-18148F5579C6}"/>
    <dgm:cxn modelId="{57953479-86D6-4BF0-9FA8-B15FD047D85B}" type="presOf" srcId="{34CEF098-DE12-41D5-AC8C-4356A471ACDB}" destId="{0034ED23-F725-4472-BA2E-3779C0333D8D}" srcOrd="0" destOrd="0" presId="urn:microsoft.com/office/officeart/2005/8/layout/hList1"/>
    <dgm:cxn modelId="{CD29DCCB-1E3B-4EF7-A425-367024FE144F}" type="presOf" srcId="{7A2FD98A-FF71-407E-9C05-DD85330B3D3A}" destId="{EEAC19A6-57DB-459F-8B15-5DAEF06CBCB2}" srcOrd="0" destOrd="1" presId="urn:microsoft.com/office/officeart/2005/8/layout/hList1"/>
    <dgm:cxn modelId="{41AAC5DF-9FFC-4BDE-8172-F833A4F38C74}" type="presOf" srcId="{9D5F6992-04A4-4F7D-99A1-0AB5A1382B43}" destId="{EEAC19A6-57DB-459F-8B15-5DAEF06CBCB2}" srcOrd="0" destOrd="3" presId="urn:microsoft.com/office/officeart/2005/8/layout/hList1"/>
    <dgm:cxn modelId="{A10E3FEF-4560-4E3F-904F-F1B95C806048}" srcId="{B27619BC-2381-400F-AF7A-737C5571F62A}" destId="{47B2BA7A-30DD-4462-BBB6-50DD99AB101C}" srcOrd="0" destOrd="0" parTransId="{AB39ABD6-D6A9-4BF5-B31F-9491E01BE05B}" sibTransId="{8C7F7DD0-2A09-4809-BB8F-2C2250C4B3AE}"/>
    <dgm:cxn modelId="{AE07B237-5D6B-4CE2-B732-0F25ED91D08B}" type="presOf" srcId="{47B2BA7A-30DD-4462-BBB6-50DD99AB101C}" destId="{135C3714-27A3-4269-A960-471C666F1378}" srcOrd="0" destOrd="0" presId="urn:microsoft.com/office/officeart/2005/8/layout/hList1"/>
    <dgm:cxn modelId="{EB817F67-3D19-49DE-9CB0-0A2BD7EEC88D}" srcId="{47B2BA7A-30DD-4462-BBB6-50DD99AB101C}" destId="{0F37895A-1A57-4063-9E3E-859EB711934B}" srcOrd="6" destOrd="0" parTransId="{98EDEE1B-3973-4AE3-BF56-519967DCF3E0}" sibTransId="{63FD0DF3-2B53-440F-980A-7AF628BBB5EE}"/>
    <dgm:cxn modelId="{98D48997-D9C2-4446-95C6-64FE11BE39CF}" srcId="{34CEF098-DE12-41D5-AC8C-4356A471ACDB}" destId="{B4ECD815-C292-4646-9501-939A2CF307C3}" srcOrd="2" destOrd="0" parTransId="{59EC7261-940B-45D6-8640-06F18ACCC96A}" sibTransId="{1B21805C-7D7C-47E5-A660-8EFF145DB87A}"/>
    <dgm:cxn modelId="{7012F258-A85D-4345-8CC4-28774EE2941F}" srcId="{47B2BA7A-30DD-4462-BBB6-50DD99AB101C}" destId="{15BE210A-AD67-47BD-B907-E90DD7380BA3}" srcOrd="0" destOrd="0" parTransId="{88E847A3-E312-4E29-AC76-733E5386B7DF}" sibTransId="{084A4BAE-E72F-4C14-9297-9218D5FBDE0D}"/>
    <dgm:cxn modelId="{B76EC86F-5898-4164-B496-87E68CF8186D}" type="presOf" srcId="{0F37895A-1A57-4063-9E3E-859EB711934B}" destId="{EEAC19A6-57DB-459F-8B15-5DAEF06CBCB2}" srcOrd="0" destOrd="6" presId="urn:microsoft.com/office/officeart/2005/8/layout/hList1"/>
    <dgm:cxn modelId="{0866E8B2-1F39-4E44-8BB2-94C13B0975C1}" type="presOf" srcId="{EF051479-F327-4D0E-926D-C1A73771334C}" destId="{7142C213-1A37-49C3-AC24-8A7E0A7B30A9}" srcOrd="0" destOrd="0" presId="urn:microsoft.com/office/officeart/2005/8/layout/hList1"/>
    <dgm:cxn modelId="{2B17DFD0-FA07-478C-9948-3C0E716551E0}" srcId="{47B2BA7A-30DD-4462-BBB6-50DD99AB101C}" destId="{5620B66F-0B96-456F-99BD-D091533E910E}" srcOrd="5" destOrd="0" parTransId="{2B10F306-D6C1-42DF-8D50-69EFA9A18F24}" sibTransId="{C7614BDB-07EC-434A-BF3C-15081492107F}"/>
    <dgm:cxn modelId="{BA489A84-B367-49F6-AE70-967AE09ACF8E}" type="presOf" srcId="{15BE210A-AD67-47BD-B907-E90DD7380BA3}" destId="{EEAC19A6-57DB-459F-8B15-5DAEF06CBCB2}" srcOrd="0" destOrd="0" presId="urn:microsoft.com/office/officeart/2005/8/layout/hList1"/>
    <dgm:cxn modelId="{E54AF792-4C03-41BB-AD99-40CEE63C76A3}" srcId="{47B2BA7A-30DD-4462-BBB6-50DD99AB101C}" destId="{7A2FD98A-FF71-407E-9C05-DD85330B3D3A}" srcOrd="1" destOrd="0" parTransId="{C235476A-6A16-4319-A96F-D98D0C577193}" sibTransId="{329EC946-ED10-47B0-8AA5-334341F0083B}"/>
    <dgm:cxn modelId="{DA46F134-4760-48AF-9F08-414C55DA4E51}" srcId="{B27619BC-2381-400F-AF7A-737C5571F62A}" destId="{EF051479-F327-4D0E-926D-C1A73771334C}" srcOrd="2" destOrd="0" parTransId="{8936F796-4DEB-4F99-A328-58CBCDC2DC05}" sibTransId="{6F5666F3-0288-4555-ACBE-DC66537E7D0E}"/>
    <dgm:cxn modelId="{8FEE0EB3-F2C6-4B11-8FE8-435AE986928B}" type="presOf" srcId="{B27619BC-2381-400F-AF7A-737C5571F62A}" destId="{9250597F-7E37-4754-96D4-F9A2F180E61B}" srcOrd="0" destOrd="0" presId="urn:microsoft.com/office/officeart/2005/8/layout/hList1"/>
    <dgm:cxn modelId="{F0E5E7BE-3FE1-4D5B-BB10-E255926567DA}" srcId="{34CEF098-DE12-41D5-AC8C-4356A471ACDB}" destId="{AA796482-C48B-4B24-AB82-255ED40F8B76}" srcOrd="3" destOrd="0" parTransId="{3B0DBF1D-5F0E-4FDB-8B95-4F7F157546BF}" sibTransId="{C9FD847F-18DE-47E7-834E-F602A5B652EC}"/>
    <dgm:cxn modelId="{EDE40540-C22A-482E-8165-6C88D2F878E5}" srcId="{47B2BA7A-30DD-4462-BBB6-50DD99AB101C}" destId="{9D5F6992-04A4-4F7D-99A1-0AB5A1382B43}" srcOrd="3" destOrd="0" parTransId="{D35E3A3F-DD9E-41E5-AA58-554D46E8E970}" sibTransId="{D35B165B-0CB5-4C1B-8687-AEEFDA40F9CB}"/>
    <dgm:cxn modelId="{8CAE38FB-7179-45E0-BDEF-6784E299B7FC}" type="presOf" srcId="{69A98200-E4C9-436C-A750-9706EEC81F8A}" destId="{ABEEC123-1BED-469B-BBB0-46A446845A78}" srcOrd="0" destOrd="1" presId="urn:microsoft.com/office/officeart/2005/8/layout/hList1"/>
    <dgm:cxn modelId="{3F5E5A74-8557-457E-A3FC-7522C3AEDCA2}" type="presParOf" srcId="{9250597F-7E37-4754-96D4-F9A2F180E61B}" destId="{154F05B5-BEEF-41C6-A332-3809CDE6A2A3}" srcOrd="0" destOrd="0" presId="urn:microsoft.com/office/officeart/2005/8/layout/hList1"/>
    <dgm:cxn modelId="{A1064767-DC7C-423B-8958-F9644CE64393}" type="presParOf" srcId="{154F05B5-BEEF-41C6-A332-3809CDE6A2A3}" destId="{135C3714-27A3-4269-A960-471C666F1378}" srcOrd="0" destOrd="0" presId="urn:microsoft.com/office/officeart/2005/8/layout/hList1"/>
    <dgm:cxn modelId="{2752714C-61A1-41D1-8815-03E07CCBF78F}" type="presParOf" srcId="{154F05B5-BEEF-41C6-A332-3809CDE6A2A3}" destId="{EEAC19A6-57DB-459F-8B15-5DAEF06CBCB2}" srcOrd="1" destOrd="0" presId="urn:microsoft.com/office/officeart/2005/8/layout/hList1"/>
    <dgm:cxn modelId="{8B649546-82D2-4075-A829-CD5487EE55C3}" type="presParOf" srcId="{9250597F-7E37-4754-96D4-F9A2F180E61B}" destId="{E30CCA33-F9B9-4C88-8F10-154C05CD6C92}" srcOrd="1" destOrd="0" presId="urn:microsoft.com/office/officeart/2005/8/layout/hList1"/>
    <dgm:cxn modelId="{EF2F9788-B262-4AE2-890E-1A72E2C5F2A0}" type="presParOf" srcId="{9250597F-7E37-4754-96D4-F9A2F180E61B}" destId="{AEE1CC3A-F2AA-4F7F-9F9D-5FF6CCE7618A}" srcOrd="2" destOrd="0" presId="urn:microsoft.com/office/officeart/2005/8/layout/hList1"/>
    <dgm:cxn modelId="{82C3DF26-18A9-4CE1-9F5C-D6C3E9509E23}" type="presParOf" srcId="{AEE1CC3A-F2AA-4F7F-9F9D-5FF6CCE7618A}" destId="{0034ED23-F725-4472-BA2E-3779C0333D8D}" srcOrd="0" destOrd="0" presId="urn:microsoft.com/office/officeart/2005/8/layout/hList1"/>
    <dgm:cxn modelId="{5AE297D6-C020-4EEE-B9E9-2F91145D94F0}" type="presParOf" srcId="{AEE1CC3A-F2AA-4F7F-9F9D-5FF6CCE7618A}" destId="{0039F8B9-7B5B-4323-AE39-092717E79B10}" srcOrd="1" destOrd="0" presId="urn:microsoft.com/office/officeart/2005/8/layout/hList1"/>
    <dgm:cxn modelId="{82029055-361A-4274-A924-48BF08F7F09B}" type="presParOf" srcId="{9250597F-7E37-4754-96D4-F9A2F180E61B}" destId="{71BC276B-90E9-41BD-A712-C93FA5594343}" srcOrd="3" destOrd="0" presId="urn:microsoft.com/office/officeart/2005/8/layout/hList1"/>
    <dgm:cxn modelId="{D142F07F-05CC-4C90-9265-D1F520F18109}" type="presParOf" srcId="{9250597F-7E37-4754-96D4-F9A2F180E61B}" destId="{05DB6E00-A38B-4967-A386-1EADCB206C90}" srcOrd="4" destOrd="0" presId="urn:microsoft.com/office/officeart/2005/8/layout/hList1"/>
    <dgm:cxn modelId="{903EAF49-F9CA-4849-88BC-5C4501501AF0}" type="presParOf" srcId="{05DB6E00-A38B-4967-A386-1EADCB206C90}" destId="{7142C213-1A37-49C3-AC24-8A7E0A7B30A9}" srcOrd="0" destOrd="0" presId="urn:microsoft.com/office/officeart/2005/8/layout/hList1"/>
    <dgm:cxn modelId="{4E24E4CC-C39F-46B6-8DF9-1C6D2E4880F7}" type="presParOf" srcId="{05DB6E00-A38B-4967-A386-1EADCB206C90}" destId="{ABEEC123-1BED-469B-BBB0-46A446845A7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3FD605-15A0-40F1-B1F7-5C9C88C0DE53}">
      <dsp:nvSpPr>
        <dsp:cNvPr id="0" name=""/>
        <dsp:cNvSpPr/>
      </dsp:nvSpPr>
      <dsp:spPr>
        <a:xfrm>
          <a:off x="-4050844" y="-621782"/>
          <a:ext cx="4827187" cy="4827187"/>
        </a:xfrm>
        <a:prstGeom prst="blockArc">
          <a:avLst>
            <a:gd name="adj1" fmla="val 18900000"/>
            <a:gd name="adj2" fmla="val 2700000"/>
            <a:gd name="adj3" fmla="val 447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CB149B-14B4-40A9-B638-4068307B59E0}">
      <dsp:nvSpPr>
        <dsp:cNvPr id="0" name=""/>
        <dsp:cNvSpPr/>
      </dsp:nvSpPr>
      <dsp:spPr>
        <a:xfrm>
          <a:off x="406803" y="275508"/>
          <a:ext cx="3073889" cy="5513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7598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kern="1200" dirty="0" smtClean="0">
              <a:solidFill>
                <a:srgbClr val="000000"/>
              </a:solidFill>
            </a:rPr>
            <a:t>Inputs - Entradas</a:t>
          </a:r>
          <a:endParaRPr lang="pt-BR" sz="2000" kern="1200" dirty="0">
            <a:solidFill>
              <a:srgbClr val="000000"/>
            </a:solidFill>
          </a:endParaRPr>
        </a:p>
      </dsp:txBody>
      <dsp:txXfrm>
        <a:off x="406803" y="275508"/>
        <a:ext cx="3073889" cy="551304"/>
      </dsp:txXfrm>
    </dsp:sp>
    <dsp:sp modelId="{F3674944-2722-4E7E-B825-649A1C186F39}">
      <dsp:nvSpPr>
        <dsp:cNvPr id="0" name=""/>
        <dsp:cNvSpPr/>
      </dsp:nvSpPr>
      <dsp:spPr>
        <a:xfrm>
          <a:off x="62238" y="206595"/>
          <a:ext cx="689130" cy="6891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9635DA-B443-42FC-BE9A-FF0FD811662A}">
      <dsp:nvSpPr>
        <dsp:cNvPr id="0" name=""/>
        <dsp:cNvSpPr/>
      </dsp:nvSpPr>
      <dsp:spPr>
        <a:xfrm>
          <a:off x="722879" y="1102608"/>
          <a:ext cx="2757814" cy="5513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7598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kern="1200" dirty="0" err="1" smtClean="0">
              <a:solidFill>
                <a:srgbClr val="000000"/>
              </a:solidFill>
            </a:rPr>
            <a:t>Guides</a:t>
          </a:r>
          <a:r>
            <a:rPr lang="pt-BR" sz="2000" kern="1200" dirty="0" smtClean="0">
              <a:solidFill>
                <a:srgbClr val="000000"/>
              </a:solidFill>
            </a:rPr>
            <a:t> - Reguladores</a:t>
          </a:r>
          <a:endParaRPr lang="pt-BR" sz="2000" kern="1200" dirty="0">
            <a:solidFill>
              <a:srgbClr val="000000"/>
            </a:solidFill>
          </a:endParaRPr>
        </a:p>
      </dsp:txBody>
      <dsp:txXfrm>
        <a:off x="722879" y="1102608"/>
        <a:ext cx="2757814" cy="551304"/>
      </dsp:txXfrm>
    </dsp:sp>
    <dsp:sp modelId="{1B91DEDD-FA86-4455-B279-1A1C9CCA8E5E}">
      <dsp:nvSpPr>
        <dsp:cNvPr id="0" name=""/>
        <dsp:cNvSpPr/>
      </dsp:nvSpPr>
      <dsp:spPr>
        <a:xfrm>
          <a:off x="378313" y="1033695"/>
          <a:ext cx="689130" cy="6891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112BF0-FAEE-47AB-A46C-27D19BC76A41}">
      <dsp:nvSpPr>
        <dsp:cNvPr id="0" name=""/>
        <dsp:cNvSpPr/>
      </dsp:nvSpPr>
      <dsp:spPr>
        <a:xfrm>
          <a:off x="722879" y="1929708"/>
          <a:ext cx="2757814" cy="5513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7598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kern="1200" dirty="0" smtClean="0">
              <a:solidFill>
                <a:srgbClr val="000000"/>
              </a:solidFill>
            </a:rPr>
            <a:t>Outputs - Saídas</a:t>
          </a:r>
          <a:endParaRPr lang="pt-BR" sz="2000" kern="1200" dirty="0">
            <a:solidFill>
              <a:srgbClr val="000000"/>
            </a:solidFill>
          </a:endParaRPr>
        </a:p>
      </dsp:txBody>
      <dsp:txXfrm>
        <a:off x="722879" y="1929708"/>
        <a:ext cx="2757814" cy="551304"/>
      </dsp:txXfrm>
    </dsp:sp>
    <dsp:sp modelId="{C73277C1-8F54-48B4-BF6A-F2E48D5F4036}">
      <dsp:nvSpPr>
        <dsp:cNvPr id="0" name=""/>
        <dsp:cNvSpPr/>
      </dsp:nvSpPr>
      <dsp:spPr>
        <a:xfrm>
          <a:off x="378313" y="1860795"/>
          <a:ext cx="689130" cy="6891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416BD5-1543-4122-AFAD-D237356D4033}">
      <dsp:nvSpPr>
        <dsp:cNvPr id="0" name=""/>
        <dsp:cNvSpPr/>
      </dsp:nvSpPr>
      <dsp:spPr>
        <a:xfrm>
          <a:off x="406803" y="2756808"/>
          <a:ext cx="3073889" cy="5513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7598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kern="1200" dirty="0" err="1" smtClean="0">
              <a:solidFill>
                <a:srgbClr val="000000"/>
              </a:solidFill>
            </a:rPr>
            <a:t>Enablers</a:t>
          </a:r>
          <a:r>
            <a:rPr lang="pt-BR" sz="2000" kern="1200" dirty="0" smtClean="0">
              <a:solidFill>
                <a:srgbClr val="000000"/>
              </a:solidFill>
            </a:rPr>
            <a:t> - Recursos</a:t>
          </a:r>
          <a:endParaRPr lang="pt-BR" sz="2000" kern="1200" dirty="0">
            <a:solidFill>
              <a:srgbClr val="000000"/>
            </a:solidFill>
          </a:endParaRPr>
        </a:p>
      </dsp:txBody>
      <dsp:txXfrm>
        <a:off x="406803" y="2756808"/>
        <a:ext cx="3073889" cy="551304"/>
      </dsp:txXfrm>
    </dsp:sp>
    <dsp:sp modelId="{7A709252-5C02-4282-8407-87D51FF9CAED}">
      <dsp:nvSpPr>
        <dsp:cNvPr id="0" name=""/>
        <dsp:cNvSpPr/>
      </dsp:nvSpPr>
      <dsp:spPr>
        <a:xfrm>
          <a:off x="62238" y="2687895"/>
          <a:ext cx="689130" cy="6891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437ACF-AB59-4BDB-BE6F-3A3043DF7DDE}">
      <dsp:nvSpPr>
        <dsp:cNvPr id="0" name=""/>
        <dsp:cNvSpPr/>
      </dsp:nvSpPr>
      <dsp:spPr>
        <a:xfrm>
          <a:off x="2203248" y="3989569"/>
          <a:ext cx="428427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3686A1-0666-48B9-AFF7-F7F12854F133}">
      <dsp:nvSpPr>
        <dsp:cNvPr id="0" name=""/>
        <dsp:cNvSpPr/>
      </dsp:nvSpPr>
      <dsp:spPr>
        <a:xfrm>
          <a:off x="2203248" y="2496048"/>
          <a:ext cx="3669793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F1C0F7-E272-4383-B5CB-70731A3C5F99}">
      <dsp:nvSpPr>
        <dsp:cNvPr id="0" name=""/>
        <dsp:cNvSpPr/>
      </dsp:nvSpPr>
      <dsp:spPr>
        <a:xfrm>
          <a:off x="2203248" y="1002528"/>
          <a:ext cx="428427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EB5F04-7563-47A1-96C1-F308F12FB385}">
      <dsp:nvSpPr>
        <dsp:cNvPr id="0" name=""/>
        <dsp:cNvSpPr/>
      </dsp:nvSpPr>
      <dsp:spPr>
        <a:xfrm>
          <a:off x="316953" y="580459"/>
          <a:ext cx="3772590" cy="383117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000" r="-12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9F4A19F-B2A7-405C-A7AA-4D2996C4FC11}">
      <dsp:nvSpPr>
        <dsp:cNvPr id="0" name=""/>
        <dsp:cNvSpPr/>
      </dsp:nvSpPr>
      <dsp:spPr>
        <a:xfrm>
          <a:off x="-16269" y="3508062"/>
          <a:ext cx="4462741" cy="1408176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600" kern="1200" dirty="0" smtClean="0">
              <a:solidFill>
                <a:srgbClr val="000000"/>
              </a:solidFill>
            </a:rPr>
            <a:t>REALIZAR AUDITORIA</a:t>
          </a:r>
          <a:endParaRPr lang="pt-BR" sz="3600" kern="1200" dirty="0">
            <a:solidFill>
              <a:srgbClr val="000000"/>
            </a:solidFill>
          </a:endParaRPr>
        </a:p>
      </dsp:txBody>
      <dsp:txXfrm>
        <a:off x="-16269" y="3508062"/>
        <a:ext cx="4462741" cy="1408176"/>
      </dsp:txXfrm>
    </dsp:sp>
    <dsp:sp modelId="{C05FA081-19D1-4F87-A121-48E58507031A}">
      <dsp:nvSpPr>
        <dsp:cNvPr id="0" name=""/>
        <dsp:cNvSpPr/>
      </dsp:nvSpPr>
      <dsp:spPr>
        <a:xfrm>
          <a:off x="5847438" y="362448"/>
          <a:ext cx="1280160" cy="1280160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" b="-15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1BC1D49-FC65-4774-B316-807D4FD2B0DE}">
      <dsp:nvSpPr>
        <dsp:cNvPr id="0" name=""/>
        <dsp:cNvSpPr/>
      </dsp:nvSpPr>
      <dsp:spPr>
        <a:xfrm>
          <a:off x="7127598" y="362448"/>
          <a:ext cx="1268825" cy="128016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0" rIns="72390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>
              <a:solidFill>
                <a:srgbClr val="000000"/>
              </a:solidFill>
            </a:rPr>
            <a:t>PLANEJAR AUDITORIA</a:t>
          </a:r>
          <a:endParaRPr lang="pt-BR" sz="1900" kern="1200" dirty="0">
            <a:solidFill>
              <a:srgbClr val="000000"/>
            </a:solidFill>
          </a:endParaRPr>
        </a:p>
      </dsp:txBody>
      <dsp:txXfrm>
        <a:off x="7127598" y="362448"/>
        <a:ext cx="1268825" cy="1280160"/>
      </dsp:txXfrm>
    </dsp:sp>
    <dsp:sp modelId="{EE97880E-567C-4134-BBD2-77EBCAD44F0F}">
      <dsp:nvSpPr>
        <dsp:cNvPr id="0" name=""/>
        <dsp:cNvSpPr/>
      </dsp:nvSpPr>
      <dsp:spPr>
        <a:xfrm>
          <a:off x="5232961" y="1855968"/>
          <a:ext cx="1280160" cy="1280160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863009E-B2EF-4CDE-B679-2C14752F95D3}">
      <dsp:nvSpPr>
        <dsp:cNvPr id="0" name=""/>
        <dsp:cNvSpPr/>
      </dsp:nvSpPr>
      <dsp:spPr>
        <a:xfrm>
          <a:off x="6513121" y="1855968"/>
          <a:ext cx="1267625" cy="128016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0" rIns="72390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>
              <a:solidFill>
                <a:srgbClr val="000000"/>
              </a:solidFill>
            </a:rPr>
            <a:t>EXECUTAR AUDITORIA</a:t>
          </a:r>
          <a:endParaRPr lang="pt-BR" sz="1900" kern="1200" dirty="0">
            <a:solidFill>
              <a:srgbClr val="000000"/>
            </a:solidFill>
          </a:endParaRPr>
        </a:p>
      </dsp:txBody>
      <dsp:txXfrm>
        <a:off x="6513121" y="1855968"/>
        <a:ext cx="1267625" cy="1280160"/>
      </dsp:txXfrm>
    </dsp:sp>
    <dsp:sp modelId="{630D4B55-2CD5-4FEA-B431-E03DDCE7B417}">
      <dsp:nvSpPr>
        <dsp:cNvPr id="0" name=""/>
        <dsp:cNvSpPr/>
      </dsp:nvSpPr>
      <dsp:spPr>
        <a:xfrm>
          <a:off x="5847438" y="3349489"/>
          <a:ext cx="1280160" cy="1280160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E98981D-8E38-4D75-8CFE-FC762B85630A}">
      <dsp:nvSpPr>
        <dsp:cNvPr id="0" name=""/>
        <dsp:cNvSpPr/>
      </dsp:nvSpPr>
      <dsp:spPr>
        <a:xfrm>
          <a:off x="7127598" y="3349489"/>
          <a:ext cx="1434926" cy="1280160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0" rIns="72390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>
              <a:solidFill>
                <a:srgbClr val="000000"/>
              </a:solidFill>
            </a:rPr>
            <a:t>COMUNICAR RESULTADOS</a:t>
          </a:r>
          <a:endParaRPr lang="pt-BR" sz="1900" kern="1200" dirty="0">
            <a:solidFill>
              <a:srgbClr val="000000"/>
            </a:solidFill>
          </a:endParaRPr>
        </a:p>
      </dsp:txBody>
      <dsp:txXfrm>
        <a:off x="7127598" y="3349489"/>
        <a:ext cx="1434926" cy="12801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36062-E025-414A-8B6C-FD69B28F8792}">
      <dsp:nvSpPr>
        <dsp:cNvPr id="0" name=""/>
        <dsp:cNvSpPr/>
      </dsp:nvSpPr>
      <dsp:spPr>
        <a:xfrm>
          <a:off x="33867" y="0"/>
          <a:ext cx="3586733" cy="1971676"/>
        </a:xfrm>
        <a:prstGeom prst="roundRect">
          <a:avLst>
            <a:gd name="adj" fmla="val 5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lvl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b="1" kern="1200" smtClean="0">
              <a:solidFill>
                <a:schemeClr val="bg2">
                  <a:lumMod val="50000"/>
                </a:schemeClr>
              </a:solidFill>
            </a:rPr>
            <a:t>ENTRADAS</a:t>
          </a:r>
          <a:endParaRPr lang="pt-BR" sz="2400" b="1" kern="1200" dirty="0">
            <a:solidFill>
              <a:schemeClr val="bg2">
                <a:lumMod val="50000"/>
              </a:schemeClr>
            </a:solidFill>
          </a:endParaRPr>
        </a:p>
      </dsp:txBody>
      <dsp:txXfrm rot="16200000">
        <a:off x="-415846" y="449713"/>
        <a:ext cx="1616774" cy="717346"/>
      </dsp:txXfrm>
    </dsp:sp>
    <dsp:sp modelId="{6C142579-A225-4225-979A-FAA605D4E8E4}">
      <dsp:nvSpPr>
        <dsp:cNvPr id="0" name=""/>
        <dsp:cNvSpPr/>
      </dsp:nvSpPr>
      <dsp:spPr>
        <a:xfrm>
          <a:off x="751213" y="0"/>
          <a:ext cx="2672116" cy="197167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Objetivo geral da auditoria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Informações sobre o objeto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Bases de dados do objeto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Critérios (legislação e boas práticas) de auditoria aplicáveis ao objeto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Informações de ações de auditoria anteriores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Governança e gestão de processos, riscos e controles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Especificação de trilha de auditoria/Matriz de trilha de auditoria</a:t>
          </a:r>
          <a:endParaRPr lang="pt-BR" sz="1100" kern="1200" dirty="0">
            <a:solidFill>
              <a:srgbClr val="000000"/>
            </a:solidFill>
          </a:endParaRPr>
        </a:p>
      </dsp:txBody>
      <dsp:txXfrm>
        <a:off x="751213" y="0"/>
        <a:ext cx="2672116" cy="1971676"/>
      </dsp:txXfrm>
    </dsp:sp>
    <dsp:sp modelId="{890E00F7-8100-41AB-AFDA-0485ADDE88D0}">
      <dsp:nvSpPr>
        <dsp:cNvPr id="0" name=""/>
        <dsp:cNvSpPr/>
      </dsp:nvSpPr>
      <dsp:spPr>
        <a:xfrm>
          <a:off x="3713102" y="0"/>
          <a:ext cx="3586733" cy="1971676"/>
        </a:xfrm>
        <a:prstGeom prst="roundRect">
          <a:avLst>
            <a:gd name="adj" fmla="val 5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lvl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b="1" kern="1200" dirty="0" smtClean="0">
              <a:solidFill>
                <a:schemeClr val="bg2">
                  <a:lumMod val="50000"/>
                </a:schemeClr>
              </a:solidFill>
            </a:rPr>
            <a:t>ATIVIDADES</a:t>
          </a:r>
          <a:endParaRPr lang="pt-BR" sz="2400" b="1" kern="1200" dirty="0">
            <a:solidFill>
              <a:schemeClr val="bg2">
                <a:lumMod val="50000"/>
              </a:schemeClr>
            </a:solidFill>
          </a:endParaRPr>
        </a:p>
      </dsp:txBody>
      <dsp:txXfrm rot="16200000">
        <a:off x="3263388" y="449713"/>
        <a:ext cx="1616774" cy="717346"/>
      </dsp:txXfrm>
    </dsp:sp>
    <dsp:sp modelId="{F5F8C0F9-D481-42B4-8A7E-46F495C561E7}">
      <dsp:nvSpPr>
        <dsp:cNvPr id="0" name=""/>
        <dsp:cNvSpPr/>
      </dsp:nvSpPr>
      <dsp:spPr>
        <a:xfrm rot="5400000">
          <a:off x="3586249" y="1420174"/>
          <a:ext cx="289573" cy="53800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7C8837-323E-44B0-83F4-11065CF236AB}">
      <dsp:nvSpPr>
        <dsp:cNvPr id="0" name=""/>
        <dsp:cNvSpPr/>
      </dsp:nvSpPr>
      <dsp:spPr>
        <a:xfrm>
          <a:off x="4430449" y="0"/>
          <a:ext cx="2672116" cy="197167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Formalizar os trabalhos de auditoria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Elaborar o entendimento do objeto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Identificar </a:t>
          </a:r>
          <a:r>
            <a:rPr lang="pt-BR" sz="1100" kern="1200" dirty="0" smtClean="0">
              <a:solidFill>
                <a:srgbClr val="000000"/>
              </a:solidFill>
            </a:rPr>
            <a:t>e avaliar os </a:t>
          </a:r>
          <a:r>
            <a:rPr lang="pt-BR" sz="1100" kern="1200" dirty="0" smtClean="0">
              <a:solidFill>
                <a:srgbClr val="000000"/>
              </a:solidFill>
            </a:rPr>
            <a:t>riscos </a:t>
          </a:r>
          <a:r>
            <a:rPr lang="pt-BR" sz="1100" kern="1200" dirty="0" smtClean="0">
              <a:solidFill>
                <a:srgbClr val="000000"/>
              </a:solidFill>
            </a:rPr>
            <a:t>relevantes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Identificar os riscos significativos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Identificar e avaliar </a:t>
          </a:r>
          <a:r>
            <a:rPr lang="pt-BR" sz="1100" kern="1200" dirty="0" smtClean="0">
              <a:solidFill>
                <a:srgbClr val="000000"/>
              </a:solidFill>
            </a:rPr>
            <a:t>as atividades de controle interno </a:t>
          </a:r>
          <a:r>
            <a:rPr lang="pt-BR" sz="1100" kern="1200" dirty="0" smtClean="0">
              <a:solidFill>
                <a:srgbClr val="000000"/>
              </a:solidFill>
            </a:rPr>
            <a:t>da </a:t>
          </a:r>
          <a:r>
            <a:rPr lang="pt-BR" sz="1100" kern="1200" dirty="0" smtClean="0">
              <a:solidFill>
                <a:srgbClr val="000000"/>
              </a:solidFill>
            </a:rPr>
            <a:t>gestão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Definir testes e procedimentos de auditoria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Elaborar trilha de auditoria</a:t>
          </a:r>
          <a:endParaRPr lang="pt-BR" sz="1100" kern="1200" dirty="0" smtClean="0">
            <a:solidFill>
              <a:srgbClr val="000000"/>
            </a:solidFill>
          </a:endParaRPr>
        </a:p>
      </dsp:txBody>
      <dsp:txXfrm>
        <a:off x="4430449" y="0"/>
        <a:ext cx="2672116" cy="1971676"/>
      </dsp:txXfrm>
    </dsp:sp>
    <dsp:sp modelId="{8AD4BC32-D0CA-49B6-9C46-27A5F0F8F43E}">
      <dsp:nvSpPr>
        <dsp:cNvPr id="0" name=""/>
        <dsp:cNvSpPr/>
      </dsp:nvSpPr>
      <dsp:spPr>
        <a:xfrm>
          <a:off x="7425371" y="0"/>
          <a:ext cx="3586733" cy="1971676"/>
        </a:xfrm>
        <a:prstGeom prst="roundRect">
          <a:avLst>
            <a:gd name="adj" fmla="val 5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lvl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b="1" kern="1200" dirty="0" smtClean="0">
              <a:solidFill>
                <a:schemeClr val="bg2">
                  <a:lumMod val="50000"/>
                </a:schemeClr>
              </a:solidFill>
            </a:rPr>
            <a:t>SAÍDAS</a:t>
          </a:r>
          <a:endParaRPr lang="pt-BR" sz="2400" b="1" kern="1200" dirty="0">
            <a:solidFill>
              <a:schemeClr val="bg2">
                <a:lumMod val="50000"/>
              </a:schemeClr>
            </a:solidFill>
          </a:endParaRPr>
        </a:p>
      </dsp:txBody>
      <dsp:txXfrm rot="16200000">
        <a:off x="6975657" y="449713"/>
        <a:ext cx="1616774" cy="717346"/>
      </dsp:txXfrm>
    </dsp:sp>
    <dsp:sp modelId="{617FC347-28C8-489E-8F83-6B91DB4BC825}">
      <dsp:nvSpPr>
        <dsp:cNvPr id="0" name=""/>
        <dsp:cNvSpPr/>
      </dsp:nvSpPr>
      <dsp:spPr>
        <a:xfrm rot="5400000">
          <a:off x="7298518" y="1420174"/>
          <a:ext cx="289573" cy="53800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238E6-023B-43DB-B3C6-3A88C753A43C}">
      <dsp:nvSpPr>
        <dsp:cNvPr id="0" name=""/>
        <dsp:cNvSpPr/>
      </dsp:nvSpPr>
      <dsp:spPr>
        <a:xfrm>
          <a:off x="8142717" y="0"/>
          <a:ext cx="2672116" cy="197167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Cronograma de auditoria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Comunicação ao gestor sobre a equipe e o cronograma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Entendimento do objeto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Riscos </a:t>
          </a:r>
          <a:r>
            <a:rPr lang="pt-BR" sz="1100" kern="1200" dirty="0" smtClean="0">
              <a:solidFill>
                <a:srgbClr val="000000"/>
              </a:solidFill>
            </a:rPr>
            <a:t>significativos </a:t>
          </a:r>
          <a:r>
            <a:rPr lang="pt-BR" sz="1100" kern="1200" dirty="0" smtClean="0">
              <a:solidFill>
                <a:srgbClr val="000000"/>
              </a:solidFill>
            </a:rPr>
            <a:t>e </a:t>
          </a:r>
          <a:r>
            <a:rPr lang="pt-BR" sz="1100" kern="1200" dirty="0" smtClean="0">
              <a:solidFill>
                <a:srgbClr val="000000"/>
              </a:solidFill>
            </a:rPr>
            <a:t>controles-chaves avaliados</a:t>
          </a:r>
          <a:endParaRPr lang="pt-BR" sz="1100" kern="1200" dirty="0" smtClean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Objetivos específicos (questões </a:t>
          </a:r>
          <a:r>
            <a:rPr lang="pt-BR" sz="1100" kern="1200" dirty="0" smtClean="0">
              <a:solidFill>
                <a:srgbClr val="000000"/>
              </a:solidFill>
            </a:rPr>
            <a:t>de </a:t>
          </a:r>
          <a:r>
            <a:rPr lang="pt-BR" sz="1100" kern="1200" dirty="0" smtClean="0">
              <a:solidFill>
                <a:srgbClr val="000000"/>
              </a:solidFill>
            </a:rPr>
            <a:t>auditoria)</a:t>
          </a:r>
          <a:endParaRPr lang="pt-BR" sz="1100" kern="1200" dirty="0" smtClean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Programação da auditoria (testes substantivos e de efetividade operacional dos controles)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Trilha de auditoria</a:t>
          </a:r>
        </a:p>
      </dsp:txBody>
      <dsp:txXfrm>
        <a:off x="8142717" y="0"/>
        <a:ext cx="2672116" cy="19716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5C3714-27A3-4269-A960-471C666F1378}">
      <dsp:nvSpPr>
        <dsp:cNvPr id="0" name=""/>
        <dsp:cNvSpPr/>
      </dsp:nvSpPr>
      <dsp:spPr>
        <a:xfrm>
          <a:off x="39" y="80160"/>
          <a:ext cx="3798093" cy="7166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200" kern="1200" dirty="0" smtClean="0"/>
            <a:t>REGULADORES</a:t>
          </a:r>
          <a:endParaRPr lang="pt-BR" sz="3200" kern="1200" dirty="0"/>
        </a:p>
      </dsp:txBody>
      <dsp:txXfrm>
        <a:off x="39" y="80160"/>
        <a:ext cx="3798093" cy="716628"/>
      </dsp:txXfrm>
    </dsp:sp>
    <dsp:sp modelId="{EEAC19A6-57DB-459F-8B15-5DAEF06CBCB2}">
      <dsp:nvSpPr>
        <dsp:cNvPr id="0" name=""/>
        <dsp:cNvSpPr/>
      </dsp:nvSpPr>
      <dsp:spPr>
        <a:xfrm>
          <a:off x="39" y="796788"/>
          <a:ext cx="3798093" cy="39857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200" kern="1200" dirty="0" smtClean="0"/>
            <a:t>Legislação aplicável (CF88)</a:t>
          </a:r>
          <a:endParaRPr lang="pt-BR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200" kern="1200" dirty="0" smtClean="0"/>
            <a:t>Normas e padrões de auditoria (IIA, TCU)</a:t>
          </a:r>
          <a:endParaRPr lang="pt-BR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200" kern="1200" dirty="0" smtClean="0"/>
            <a:t>Boas práticas da atividade de auditoria (</a:t>
          </a:r>
          <a:r>
            <a:rPr lang="pt-BR" sz="2200" kern="1200" dirty="0" err="1" smtClean="0"/>
            <a:t>Intosai</a:t>
          </a:r>
          <a:r>
            <a:rPr lang="pt-BR" sz="2200" kern="1200" dirty="0" smtClean="0"/>
            <a:t>, Coso, </a:t>
          </a:r>
          <a:r>
            <a:rPr lang="pt-BR" sz="2200" kern="1200" dirty="0" err="1" smtClean="0"/>
            <a:t>Cobit</a:t>
          </a:r>
          <a:r>
            <a:rPr lang="pt-BR" sz="2200" kern="1200" dirty="0" smtClean="0"/>
            <a:t>, CFC, CGU, ISO, ABNT)</a:t>
          </a:r>
          <a:endParaRPr lang="pt-BR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200" kern="1200" dirty="0" smtClean="0"/>
            <a:t>Estatuto de Controle Interno</a:t>
          </a:r>
          <a:endParaRPr lang="pt-BR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200" kern="1200" dirty="0" smtClean="0"/>
            <a:t>Manual e roteiro de auditoria da </a:t>
          </a:r>
          <a:r>
            <a:rPr lang="pt-BR" sz="2200" kern="1200" dirty="0" err="1" smtClean="0"/>
            <a:t>Secin</a:t>
          </a:r>
          <a:endParaRPr lang="pt-BR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200" kern="1200" dirty="0" smtClean="0"/>
            <a:t>Apêndice sobre questões de auditoria do Manual </a:t>
          </a:r>
          <a:endParaRPr lang="pt-BR" sz="2200" kern="1200" dirty="0"/>
        </a:p>
      </dsp:txBody>
      <dsp:txXfrm>
        <a:off x="39" y="796788"/>
        <a:ext cx="3798093" cy="3985739"/>
      </dsp:txXfrm>
    </dsp:sp>
    <dsp:sp modelId="{0034ED23-F725-4472-BA2E-3779C0333D8D}">
      <dsp:nvSpPr>
        <dsp:cNvPr id="0" name=""/>
        <dsp:cNvSpPr/>
      </dsp:nvSpPr>
      <dsp:spPr>
        <a:xfrm>
          <a:off x="4329866" y="80160"/>
          <a:ext cx="3798093" cy="7166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200" kern="1200" dirty="0" smtClean="0"/>
            <a:t>RECURSOS</a:t>
          </a:r>
          <a:endParaRPr lang="pt-BR" sz="3200" kern="1200" dirty="0"/>
        </a:p>
      </dsp:txBody>
      <dsp:txXfrm>
        <a:off x="4329866" y="80160"/>
        <a:ext cx="3798093" cy="716628"/>
      </dsp:txXfrm>
    </dsp:sp>
    <dsp:sp modelId="{0039F8B9-7B5B-4323-AE39-092717E79B10}">
      <dsp:nvSpPr>
        <dsp:cNvPr id="0" name=""/>
        <dsp:cNvSpPr/>
      </dsp:nvSpPr>
      <dsp:spPr>
        <a:xfrm>
          <a:off x="4329866" y="796788"/>
          <a:ext cx="3798093" cy="39857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200" kern="1200" dirty="0" smtClean="0"/>
            <a:t>Equipe de trabalho</a:t>
          </a:r>
          <a:endParaRPr lang="pt-BR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200" kern="1200" dirty="0" smtClean="0"/>
            <a:t>Especialista externo</a:t>
          </a:r>
          <a:endParaRPr lang="pt-BR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200" kern="1200" dirty="0" err="1" smtClean="0"/>
            <a:t>Sicoi</a:t>
          </a:r>
          <a:endParaRPr lang="pt-BR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200" kern="1200" dirty="0" smtClean="0"/>
            <a:t>Bibliotecas de auditoria (ações de controle, riscos e controles, programas de auditoria) </a:t>
          </a:r>
          <a:endParaRPr lang="pt-BR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200" kern="1200" dirty="0" smtClean="0"/>
            <a:t>Sistemas transacionais (</a:t>
          </a:r>
          <a:r>
            <a:rPr lang="pt-BR" sz="2200" kern="1200" dirty="0" err="1" smtClean="0"/>
            <a:t>Siafi</a:t>
          </a:r>
          <a:r>
            <a:rPr lang="pt-BR" sz="2200" kern="1200" dirty="0" smtClean="0"/>
            <a:t>, Sigmas, </a:t>
          </a:r>
          <a:r>
            <a:rPr lang="pt-BR" sz="2200" kern="1200" dirty="0" err="1" smtClean="0"/>
            <a:t>Sigesp</a:t>
          </a:r>
          <a:r>
            <a:rPr lang="pt-BR" sz="2200" kern="1200" dirty="0" smtClean="0"/>
            <a:t>, </a:t>
          </a:r>
          <a:r>
            <a:rPr lang="pt-BR" sz="2200" kern="1200" dirty="0" err="1" smtClean="0"/>
            <a:t>Siorc</a:t>
          </a:r>
          <a:r>
            <a:rPr lang="pt-BR" sz="2200" kern="1200" dirty="0" smtClean="0"/>
            <a:t> e outros)</a:t>
          </a:r>
          <a:endParaRPr lang="pt-BR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2200" kern="1200" dirty="0" smtClean="0"/>
            <a:t>Ferramentas de TIC</a:t>
          </a:r>
          <a:endParaRPr lang="pt-BR" sz="2200" kern="1200" dirty="0"/>
        </a:p>
      </dsp:txBody>
      <dsp:txXfrm>
        <a:off x="4329866" y="796788"/>
        <a:ext cx="3798093" cy="39857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36062-E025-414A-8B6C-FD69B28F8792}">
      <dsp:nvSpPr>
        <dsp:cNvPr id="0" name=""/>
        <dsp:cNvSpPr/>
      </dsp:nvSpPr>
      <dsp:spPr>
        <a:xfrm>
          <a:off x="33867" y="0"/>
          <a:ext cx="3586733" cy="1971676"/>
        </a:xfrm>
        <a:prstGeom prst="roundRect">
          <a:avLst>
            <a:gd name="adj" fmla="val 5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lvl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b="1" kern="1200" smtClean="0">
              <a:solidFill>
                <a:schemeClr val="bg2">
                  <a:lumMod val="50000"/>
                </a:schemeClr>
              </a:solidFill>
            </a:rPr>
            <a:t>ENTRADAS</a:t>
          </a:r>
          <a:endParaRPr lang="pt-BR" sz="2400" b="1" kern="1200" dirty="0">
            <a:solidFill>
              <a:schemeClr val="bg2">
                <a:lumMod val="50000"/>
              </a:schemeClr>
            </a:solidFill>
          </a:endParaRPr>
        </a:p>
      </dsp:txBody>
      <dsp:txXfrm rot="16200000">
        <a:off x="-415846" y="449713"/>
        <a:ext cx="1616774" cy="717346"/>
      </dsp:txXfrm>
    </dsp:sp>
    <dsp:sp modelId="{6C142579-A225-4225-979A-FAA605D4E8E4}">
      <dsp:nvSpPr>
        <dsp:cNvPr id="0" name=""/>
        <dsp:cNvSpPr/>
      </dsp:nvSpPr>
      <dsp:spPr>
        <a:xfrm>
          <a:off x="751213" y="0"/>
          <a:ext cx="2672116" cy="197167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Cronograma de auditoria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Bases de dados do objeto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Riscos significativos e controles-chave </a:t>
          </a:r>
          <a:r>
            <a:rPr lang="pt-BR" sz="1100" kern="1200" dirty="0" smtClean="0">
              <a:solidFill>
                <a:srgbClr val="000000"/>
              </a:solidFill>
            </a:rPr>
            <a:t>avaliados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Objetivos específicos (questões de auditoria)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Programação </a:t>
          </a:r>
          <a:r>
            <a:rPr lang="pt-BR" sz="1100" kern="1200" dirty="0" smtClean="0">
              <a:solidFill>
                <a:srgbClr val="000000"/>
              </a:solidFill>
            </a:rPr>
            <a:t>de auditoria (testes substantivos,  de efetividade operacional dos controles e respectivos procedimentos)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Trilha de auditoria</a:t>
          </a:r>
          <a:endParaRPr lang="pt-BR" sz="1100" kern="1200" dirty="0">
            <a:solidFill>
              <a:srgbClr val="000000"/>
            </a:solidFill>
          </a:endParaRPr>
        </a:p>
      </dsp:txBody>
      <dsp:txXfrm>
        <a:off x="751213" y="0"/>
        <a:ext cx="2672116" cy="1971676"/>
      </dsp:txXfrm>
    </dsp:sp>
    <dsp:sp modelId="{890E00F7-8100-41AB-AFDA-0485ADDE88D0}">
      <dsp:nvSpPr>
        <dsp:cNvPr id="0" name=""/>
        <dsp:cNvSpPr/>
      </dsp:nvSpPr>
      <dsp:spPr>
        <a:xfrm>
          <a:off x="3713102" y="0"/>
          <a:ext cx="3586733" cy="1971676"/>
        </a:xfrm>
        <a:prstGeom prst="roundRect">
          <a:avLst>
            <a:gd name="adj" fmla="val 5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lvl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b="1" kern="1200" dirty="0" smtClean="0">
              <a:solidFill>
                <a:schemeClr val="bg2">
                  <a:lumMod val="50000"/>
                </a:schemeClr>
              </a:solidFill>
            </a:rPr>
            <a:t>ATIVIDADES</a:t>
          </a:r>
          <a:endParaRPr lang="pt-BR" sz="2400" b="1" kern="1200" dirty="0">
            <a:solidFill>
              <a:schemeClr val="bg2">
                <a:lumMod val="50000"/>
              </a:schemeClr>
            </a:solidFill>
          </a:endParaRPr>
        </a:p>
      </dsp:txBody>
      <dsp:txXfrm rot="16200000">
        <a:off x="3263388" y="449713"/>
        <a:ext cx="1616774" cy="717346"/>
      </dsp:txXfrm>
    </dsp:sp>
    <dsp:sp modelId="{F5F8C0F9-D481-42B4-8A7E-46F495C561E7}">
      <dsp:nvSpPr>
        <dsp:cNvPr id="0" name=""/>
        <dsp:cNvSpPr/>
      </dsp:nvSpPr>
      <dsp:spPr>
        <a:xfrm rot="5400000">
          <a:off x="3586249" y="1420174"/>
          <a:ext cx="289573" cy="53800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7C8837-323E-44B0-83F4-11065CF236AB}">
      <dsp:nvSpPr>
        <dsp:cNvPr id="0" name=""/>
        <dsp:cNvSpPr/>
      </dsp:nvSpPr>
      <dsp:spPr>
        <a:xfrm>
          <a:off x="4430449" y="0"/>
          <a:ext cx="2672116" cy="197167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Aplicar os testes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Elaborar nota de auditoria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Solicitar esclarecimentos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Elaborar achados de auditoria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Elaborar recomendações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Apresentar os achados e recomendações (busca conjunta de soluções</a:t>
          </a:r>
          <a:r>
            <a:rPr lang="pt-BR" sz="1100" kern="1200" dirty="0" smtClean="0">
              <a:solidFill>
                <a:srgbClr val="000000"/>
              </a:solidFill>
            </a:rPr>
            <a:t>)</a:t>
          </a:r>
          <a:endParaRPr lang="pt-BR" sz="1100" kern="1200" dirty="0" smtClean="0">
            <a:solidFill>
              <a:srgbClr val="000000"/>
            </a:solidFill>
          </a:endParaRPr>
        </a:p>
      </dsp:txBody>
      <dsp:txXfrm>
        <a:off x="4430449" y="0"/>
        <a:ext cx="2672116" cy="1971676"/>
      </dsp:txXfrm>
    </dsp:sp>
    <dsp:sp modelId="{8AD4BC32-D0CA-49B6-9C46-27A5F0F8F43E}">
      <dsp:nvSpPr>
        <dsp:cNvPr id="0" name=""/>
        <dsp:cNvSpPr/>
      </dsp:nvSpPr>
      <dsp:spPr>
        <a:xfrm>
          <a:off x="7425371" y="0"/>
          <a:ext cx="3586733" cy="1971676"/>
        </a:xfrm>
        <a:prstGeom prst="roundRect">
          <a:avLst>
            <a:gd name="adj" fmla="val 5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lvl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b="1" kern="1200" dirty="0" smtClean="0">
              <a:solidFill>
                <a:schemeClr val="bg2">
                  <a:lumMod val="50000"/>
                </a:schemeClr>
              </a:solidFill>
            </a:rPr>
            <a:t>SAÍDAS</a:t>
          </a:r>
          <a:endParaRPr lang="pt-BR" sz="2400" b="1" kern="1200" dirty="0">
            <a:solidFill>
              <a:schemeClr val="bg2">
                <a:lumMod val="50000"/>
              </a:schemeClr>
            </a:solidFill>
          </a:endParaRPr>
        </a:p>
      </dsp:txBody>
      <dsp:txXfrm rot="16200000">
        <a:off x="6975657" y="449713"/>
        <a:ext cx="1616774" cy="717346"/>
      </dsp:txXfrm>
    </dsp:sp>
    <dsp:sp modelId="{617FC347-28C8-489E-8F83-6B91DB4BC825}">
      <dsp:nvSpPr>
        <dsp:cNvPr id="0" name=""/>
        <dsp:cNvSpPr/>
      </dsp:nvSpPr>
      <dsp:spPr>
        <a:xfrm rot="5400000">
          <a:off x="7298518" y="1420174"/>
          <a:ext cx="289573" cy="53800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238E6-023B-43DB-B3C6-3A88C753A43C}">
      <dsp:nvSpPr>
        <dsp:cNvPr id="0" name=""/>
        <dsp:cNvSpPr/>
      </dsp:nvSpPr>
      <dsp:spPr>
        <a:xfrm>
          <a:off x="8142717" y="0"/>
          <a:ext cx="2672116" cy="197167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Atualização do planejamento de auditoria (se necessário)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Evidências </a:t>
          </a:r>
          <a:r>
            <a:rPr lang="pt-BR" sz="1100" kern="1200" dirty="0" smtClean="0">
              <a:solidFill>
                <a:srgbClr val="000000"/>
              </a:solidFill>
            </a:rPr>
            <a:t>de auditoria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Achados de auditoria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Notas de auditoria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Recomendações de auditoria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Atualização das bibliotecas de riscos e controles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Atualização do </a:t>
          </a:r>
          <a:r>
            <a:rPr lang="pt-BR" sz="1100" kern="1200" dirty="0" smtClean="0">
              <a:solidFill>
                <a:srgbClr val="000000"/>
              </a:solidFill>
            </a:rPr>
            <a:t>programa de auditoria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100" kern="1200" dirty="0">
            <a:solidFill>
              <a:srgbClr val="000000"/>
            </a:solidFill>
          </a:endParaRPr>
        </a:p>
      </dsp:txBody>
      <dsp:txXfrm>
        <a:off x="8142717" y="0"/>
        <a:ext cx="2672116" cy="197167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5C3714-27A3-4269-A960-471C666F1378}">
      <dsp:nvSpPr>
        <dsp:cNvPr id="0" name=""/>
        <dsp:cNvSpPr/>
      </dsp:nvSpPr>
      <dsp:spPr>
        <a:xfrm>
          <a:off x="3455" y="82710"/>
          <a:ext cx="3369262" cy="7223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200" kern="1200" dirty="0" smtClean="0"/>
            <a:t>ENTRADAS</a:t>
          </a:r>
          <a:endParaRPr lang="pt-BR" sz="3200" kern="1200" dirty="0"/>
        </a:p>
      </dsp:txBody>
      <dsp:txXfrm>
        <a:off x="3455" y="82710"/>
        <a:ext cx="3369262" cy="722310"/>
      </dsp:txXfrm>
    </dsp:sp>
    <dsp:sp modelId="{EEAC19A6-57DB-459F-8B15-5DAEF06CBCB2}">
      <dsp:nvSpPr>
        <dsp:cNvPr id="0" name=""/>
        <dsp:cNvSpPr/>
      </dsp:nvSpPr>
      <dsp:spPr>
        <a:xfrm>
          <a:off x="3455" y="805021"/>
          <a:ext cx="3369262" cy="40680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Cronograma de auditoria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Especificação de trilha de auditoria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Entendimento do objeto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Bases de dados do objeto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Questões de auditoria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Riscos relevantes e controles chaves identificados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Programação da auditoria (Testes substantivos e de efetividade operacional dos controles)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Trilhas de auditoria</a:t>
          </a:r>
        </a:p>
      </dsp:txBody>
      <dsp:txXfrm>
        <a:off x="3455" y="805021"/>
        <a:ext cx="3369262" cy="4068089"/>
      </dsp:txXfrm>
    </dsp:sp>
    <dsp:sp modelId="{0034ED23-F725-4472-BA2E-3779C0333D8D}">
      <dsp:nvSpPr>
        <dsp:cNvPr id="0" name=""/>
        <dsp:cNvSpPr/>
      </dsp:nvSpPr>
      <dsp:spPr>
        <a:xfrm>
          <a:off x="3844415" y="82710"/>
          <a:ext cx="3369262" cy="7223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200" kern="1200" dirty="0" smtClean="0"/>
            <a:t>ATIVIDADES</a:t>
          </a:r>
          <a:endParaRPr lang="pt-BR" sz="3200" kern="1200" dirty="0"/>
        </a:p>
      </dsp:txBody>
      <dsp:txXfrm>
        <a:off x="3844415" y="82710"/>
        <a:ext cx="3369262" cy="722310"/>
      </dsp:txXfrm>
    </dsp:sp>
    <dsp:sp modelId="{0039F8B9-7B5B-4323-AE39-092717E79B10}">
      <dsp:nvSpPr>
        <dsp:cNvPr id="0" name=""/>
        <dsp:cNvSpPr/>
      </dsp:nvSpPr>
      <dsp:spPr>
        <a:xfrm>
          <a:off x="3844415" y="805021"/>
          <a:ext cx="3369262" cy="40680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u="none" kern="1200" dirty="0" smtClean="0"/>
            <a:t>Aplicar os testes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u="none" kern="1200" dirty="0" smtClean="0"/>
            <a:t>Elaborar nota de auditoria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u="none" kern="1200" dirty="0" smtClean="0"/>
            <a:t>Solicitar esclarecimentos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u="none" kern="1200" dirty="0" smtClean="0"/>
            <a:t>Elaborar achados de auditoria 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u="none" kern="1200" dirty="0" smtClean="0"/>
            <a:t>Elaborar as recomendações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u="none" kern="1200" dirty="0" smtClean="0"/>
            <a:t>Apresentar os achados e recomendações (busca conjunta de soluções)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Executar trilha de auditoria</a:t>
          </a:r>
          <a:endParaRPr lang="pt-BR" sz="1900" kern="1200" dirty="0"/>
        </a:p>
      </dsp:txBody>
      <dsp:txXfrm>
        <a:off x="3844415" y="805021"/>
        <a:ext cx="3369262" cy="4068089"/>
      </dsp:txXfrm>
    </dsp:sp>
    <dsp:sp modelId="{7142C213-1A37-49C3-AC24-8A7E0A7B30A9}">
      <dsp:nvSpPr>
        <dsp:cNvPr id="0" name=""/>
        <dsp:cNvSpPr/>
      </dsp:nvSpPr>
      <dsp:spPr>
        <a:xfrm>
          <a:off x="7685374" y="82710"/>
          <a:ext cx="3369262" cy="7223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200" kern="1200" dirty="0" smtClean="0"/>
            <a:t>SAÍDAS</a:t>
          </a:r>
          <a:endParaRPr lang="pt-BR" sz="3200" kern="1200" dirty="0"/>
        </a:p>
      </dsp:txBody>
      <dsp:txXfrm>
        <a:off x="7685374" y="82710"/>
        <a:ext cx="3369262" cy="722310"/>
      </dsp:txXfrm>
    </dsp:sp>
    <dsp:sp modelId="{ABEEC123-1BED-469B-BBB0-46A446845A78}">
      <dsp:nvSpPr>
        <dsp:cNvPr id="0" name=""/>
        <dsp:cNvSpPr/>
      </dsp:nvSpPr>
      <dsp:spPr>
        <a:xfrm>
          <a:off x="7685374" y="805021"/>
          <a:ext cx="3369262" cy="40680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Evidências de auditoria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Solicitação de esclarecimentos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smtClean="0"/>
            <a:t>Achados </a:t>
          </a:r>
          <a:r>
            <a:rPr lang="pt-BR" sz="1900" kern="1200" dirty="0" smtClean="0"/>
            <a:t>de auditoria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Notas de auditoria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Recomendações de auditoria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Plano de ação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Atualização das bibliotecas de riscos, controles</a:t>
          </a:r>
          <a:endParaRPr lang="pt-BR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900" kern="1200" dirty="0" smtClean="0"/>
            <a:t>Atualização do programa de auditoria na biblioteca</a:t>
          </a:r>
          <a:endParaRPr lang="pt-BR" sz="1900" kern="1200" dirty="0"/>
        </a:p>
      </dsp:txBody>
      <dsp:txXfrm>
        <a:off x="7685374" y="805021"/>
        <a:ext cx="3369262" cy="406808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36062-E025-414A-8B6C-FD69B28F8792}">
      <dsp:nvSpPr>
        <dsp:cNvPr id="0" name=""/>
        <dsp:cNvSpPr/>
      </dsp:nvSpPr>
      <dsp:spPr>
        <a:xfrm>
          <a:off x="33867" y="0"/>
          <a:ext cx="3586733" cy="1971676"/>
        </a:xfrm>
        <a:prstGeom prst="roundRect">
          <a:avLst>
            <a:gd name="adj" fmla="val 5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lvl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b="1" kern="1200" dirty="0" smtClean="0">
              <a:solidFill>
                <a:schemeClr val="bg2">
                  <a:lumMod val="50000"/>
                </a:schemeClr>
              </a:solidFill>
            </a:rPr>
            <a:t>ENTRADAS</a:t>
          </a:r>
          <a:endParaRPr lang="pt-BR" sz="2400" b="1" kern="1200" dirty="0">
            <a:solidFill>
              <a:schemeClr val="bg2">
                <a:lumMod val="50000"/>
              </a:schemeClr>
            </a:solidFill>
          </a:endParaRPr>
        </a:p>
      </dsp:txBody>
      <dsp:txXfrm rot="16200000">
        <a:off x="-415846" y="449713"/>
        <a:ext cx="1616774" cy="717346"/>
      </dsp:txXfrm>
    </dsp:sp>
    <dsp:sp modelId="{6C142579-A225-4225-979A-FAA605D4E8E4}">
      <dsp:nvSpPr>
        <dsp:cNvPr id="0" name=""/>
        <dsp:cNvSpPr/>
      </dsp:nvSpPr>
      <dsp:spPr>
        <a:xfrm>
          <a:off x="751213" y="0"/>
          <a:ext cx="2672116" cy="197167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Escopo e objetivo da auditoria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Entendimento do objeto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Evidências de auditoria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Respostas à solicitação de esclarecimentos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Achados de auditoria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Notas de auditoria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rgbClr val="000000"/>
              </a:solidFill>
            </a:rPr>
            <a:t>Recomendações de auditoria</a:t>
          </a:r>
          <a:endParaRPr lang="pt-BR" sz="1100" kern="1200" dirty="0">
            <a:solidFill>
              <a:srgbClr val="000000"/>
            </a:solidFill>
          </a:endParaRPr>
        </a:p>
      </dsp:txBody>
      <dsp:txXfrm>
        <a:off x="751213" y="0"/>
        <a:ext cx="2672116" cy="1971676"/>
      </dsp:txXfrm>
    </dsp:sp>
    <dsp:sp modelId="{890E00F7-8100-41AB-AFDA-0485ADDE88D0}">
      <dsp:nvSpPr>
        <dsp:cNvPr id="0" name=""/>
        <dsp:cNvSpPr/>
      </dsp:nvSpPr>
      <dsp:spPr>
        <a:xfrm>
          <a:off x="3713102" y="0"/>
          <a:ext cx="3586733" cy="1971676"/>
        </a:xfrm>
        <a:prstGeom prst="roundRect">
          <a:avLst>
            <a:gd name="adj" fmla="val 5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lvl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b="1" kern="1200" dirty="0" smtClean="0">
              <a:solidFill>
                <a:schemeClr val="bg2">
                  <a:lumMod val="50000"/>
                </a:schemeClr>
              </a:solidFill>
            </a:rPr>
            <a:t>ATIVIDADES</a:t>
          </a:r>
          <a:endParaRPr lang="pt-BR" sz="2400" b="1" kern="1200" dirty="0">
            <a:solidFill>
              <a:schemeClr val="bg2">
                <a:lumMod val="50000"/>
              </a:schemeClr>
            </a:solidFill>
          </a:endParaRPr>
        </a:p>
      </dsp:txBody>
      <dsp:txXfrm rot="16200000">
        <a:off x="3263388" y="449713"/>
        <a:ext cx="1616774" cy="717346"/>
      </dsp:txXfrm>
    </dsp:sp>
    <dsp:sp modelId="{F5F8C0F9-D481-42B4-8A7E-46F495C561E7}">
      <dsp:nvSpPr>
        <dsp:cNvPr id="0" name=""/>
        <dsp:cNvSpPr/>
      </dsp:nvSpPr>
      <dsp:spPr>
        <a:xfrm rot="5400000">
          <a:off x="3586249" y="1420174"/>
          <a:ext cx="289573" cy="53800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7C8837-323E-44B0-83F4-11065CF236AB}">
      <dsp:nvSpPr>
        <dsp:cNvPr id="0" name=""/>
        <dsp:cNvSpPr/>
      </dsp:nvSpPr>
      <dsp:spPr>
        <a:xfrm>
          <a:off x="4430449" y="0"/>
          <a:ext cx="2672116" cy="197167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u="none" kern="1200" dirty="0" smtClean="0">
              <a:solidFill>
                <a:schemeClr val="bg1">
                  <a:lumMod val="10000"/>
                </a:schemeClr>
              </a:solidFill>
            </a:rPr>
            <a:t>Elaborar relatório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u="none" kern="1200" dirty="0" smtClean="0">
              <a:solidFill>
                <a:schemeClr val="bg1">
                  <a:lumMod val="10000"/>
                </a:schemeClr>
              </a:solidFill>
            </a:rPr>
            <a:t>Elaborar sumário executivo</a:t>
          </a:r>
          <a:endParaRPr lang="pt-BR" sz="1100" kern="1200" dirty="0">
            <a:solidFill>
              <a:schemeClr val="bg1">
                <a:lumMod val="10000"/>
              </a:schemeClr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u="none" kern="1200" dirty="0" smtClean="0">
              <a:solidFill>
                <a:schemeClr val="bg1">
                  <a:lumMod val="10000"/>
                </a:schemeClr>
              </a:solidFill>
            </a:rPr>
            <a:t>Encaminhar relatório</a:t>
          </a:r>
          <a:endParaRPr lang="pt-BR" sz="1100" kern="1200" dirty="0">
            <a:solidFill>
              <a:schemeClr val="bg1">
                <a:lumMod val="10000"/>
              </a:schemeClr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chemeClr val="bg1">
                  <a:lumMod val="10000"/>
                </a:schemeClr>
              </a:solidFill>
            </a:rPr>
            <a:t>Publicar </a:t>
          </a:r>
          <a:r>
            <a:rPr lang="pt-BR" sz="1100" kern="1200" dirty="0" smtClean="0">
              <a:solidFill>
                <a:schemeClr val="bg1">
                  <a:lumMod val="10000"/>
                </a:schemeClr>
              </a:solidFill>
            </a:rPr>
            <a:t>resultados da auditoria</a:t>
          </a:r>
        </a:p>
      </dsp:txBody>
      <dsp:txXfrm>
        <a:off x="4430449" y="0"/>
        <a:ext cx="2672116" cy="1971676"/>
      </dsp:txXfrm>
    </dsp:sp>
    <dsp:sp modelId="{8AD4BC32-D0CA-49B6-9C46-27A5F0F8F43E}">
      <dsp:nvSpPr>
        <dsp:cNvPr id="0" name=""/>
        <dsp:cNvSpPr/>
      </dsp:nvSpPr>
      <dsp:spPr>
        <a:xfrm>
          <a:off x="7425371" y="0"/>
          <a:ext cx="3586733" cy="1971676"/>
        </a:xfrm>
        <a:prstGeom prst="roundRect">
          <a:avLst>
            <a:gd name="adj" fmla="val 5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106680" bIns="0" numCol="1" spcCol="1270" anchor="t" anchorCtr="0">
          <a:noAutofit/>
        </a:bodyPr>
        <a:lstStyle/>
        <a:p>
          <a:pPr lvl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400" b="1" kern="1200" dirty="0" smtClean="0">
              <a:solidFill>
                <a:schemeClr val="bg2">
                  <a:lumMod val="50000"/>
                </a:schemeClr>
              </a:solidFill>
            </a:rPr>
            <a:t>SAÍDAS</a:t>
          </a:r>
          <a:endParaRPr lang="pt-BR" sz="2400" b="1" kern="1200" dirty="0">
            <a:solidFill>
              <a:schemeClr val="bg2">
                <a:lumMod val="50000"/>
              </a:schemeClr>
            </a:solidFill>
          </a:endParaRPr>
        </a:p>
      </dsp:txBody>
      <dsp:txXfrm rot="16200000">
        <a:off x="6975657" y="449713"/>
        <a:ext cx="1616774" cy="717346"/>
      </dsp:txXfrm>
    </dsp:sp>
    <dsp:sp modelId="{617FC347-28C8-489E-8F83-6B91DB4BC825}">
      <dsp:nvSpPr>
        <dsp:cNvPr id="0" name=""/>
        <dsp:cNvSpPr/>
      </dsp:nvSpPr>
      <dsp:spPr>
        <a:xfrm rot="5400000">
          <a:off x="7298518" y="1420174"/>
          <a:ext cx="289573" cy="53800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238E6-023B-43DB-B3C6-3A88C753A43C}">
      <dsp:nvSpPr>
        <dsp:cNvPr id="0" name=""/>
        <dsp:cNvSpPr/>
      </dsp:nvSpPr>
      <dsp:spPr>
        <a:xfrm>
          <a:off x="8142717" y="0"/>
          <a:ext cx="2672116" cy="197167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chemeClr val="bg1">
                  <a:lumMod val="10000"/>
                </a:schemeClr>
              </a:solidFill>
            </a:rPr>
            <a:t>Relatório de auditoria (</a:t>
          </a:r>
          <a:r>
            <a:rPr lang="pt-BR" sz="1100" kern="1200" dirty="0" smtClean="0">
              <a:solidFill>
                <a:schemeClr val="bg1">
                  <a:lumMod val="10000"/>
                </a:schemeClr>
              </a:solidFill>
            </a:rPr>
            <a:t>e-</a:t>
          </a:r>
          <a:r>
            <a:rPr lang="pt-BR" sz="1100" kern="1200" dirty="0" err="1" smtClean="0">
              <a:solidFill>
                <a:schemeClr val="bg1">
                  <a:lumMod val="10000"/>
                </a:schemeClr>
              </a:solidFill>
            </a:rPr>
            <a:t>Doc</a:t>
          </a:r>
          <a:r>
            <a:rPr lang="pt-BR" sz="1100" kern="1200" dirty="0" smtClean="0">
              <a:solidFill>
                <a:schemeClr val="bg1">
                  <a:lumMod val="10000"/>
                </a:schemeClr>
              </a:solidFill>
            </a:rPr>
            <a:t>)</a:t>
          </a:r>
          <a:endParaRPr lang="pt-BR" sz="1100" kern="1200" dirty="0">
            <a:solidFill>
              <a:srgbClr val="000000"/>
            </a:solidFill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chemeClr val="bg1">
                  <a:lumMod val="10000"/>
                </a:schemeClr>
              </a:solidFill>
            </a:rPr>
            <a:t>Sumário executivo de auditoria (</a:t>
          </a:r>
          <a:r>
            <a:rPr lang="pt-BR" sz="1100" kern="1200" dirty="0" smtClean="0">
              <a:solidFill>
                <a:schemeClr val="bg1">
                  <a:lumMod val="10000"/>
                </a:schemeClr>
              </a:solidFill>
            </a:rPr>
            <a:t>e-</a:t>
          </a:r>
          <a:r>
            <a:rPr lang="pt-BR" sz="1100" kern="1200" dirty="0" err="1" smtClean="0">
              <a:solidFill>
                <a:schemeClr val="bg1">
                  <a:lumMod val="10000"/>
                </a:schemeClr>
              </a:solidFill>
            </a:rPr>
            <a:t>Doc</a:t>
          </a:r>
          <a:r>
            <a:rPr lang="pt-BR" sz="1100" kern="1200" dirty="0" smtClean="0">
              <a:solidFill>
                <a:schemeClr val="bg1">
                  <a:lumMod val="10000"/>
                </a:schemeClr>
              </a:solidFill>
            </a:rPr>
            <a:t>)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solidFill>
                <a:schemeClr val="bg1">
                  <a:lumMod val="10000"/>
                </a:schemeClr>
              </a:solidFill>
            </a:rPr>
            <a:t>Resultados da auditoria publicados</a:t>
          </a:r>
          <a:endParaRPr lang="pt-BR" sz="1100" kern="1200" dirty="0" smtClean="0">
            <a:solidFill>
              <a:schemeClr val="bg1">
                <a:lumMod val="10000"/>
              </a:schemeClr>
            </a:solidFill>
          </a:endParaRPr>
        </a:p>
      </dsp:txBody>
      <dsp:txXfrm>
        <a:off x="8142717" y="0"/>
        <a:ext cx="2672116" cy="197167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36062-E025-414A-8B6C-FD69B28F8792}">
      <dsp:nvSpPr>
        <dsp:cNvPr id="0" name=""/>
        <dsp:cNvSpPr/>
      </dsp:nvSpPr>
      <dsp:spPr>
        <a:xfrm>
          <a:off x="0" y="0"/>
          <a:ext cx="3586733" cy="2984845"/>
        </a:xfrm>
        <a:prstGeom prst="roundRect">
          <a:avLst>
            <a:gd name="adj" fmla="val 5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6012" rIns="124460" bIns="0" numCol="1" spcCol="1270" anchor="t" anchorCtr="0">
          <a:noAutofit/>
        </a:bodyPr>
        <a:lstStyle/>
        <a:p>
          <a:pPr lvl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kern="1200" dirty="0" smtClean="0"/>
            <a:t>ENTRADAS</a:t>
          </a:r>
          <a:endParaRPr lang="pt-BR" sz="2800" kern="1200" dirty="0"/>
        </a:p>
      </dsp:txBody>
      <dsp:txXfrm rot="16200000">
        <a:off x="-865113" y="865113"/>
        <a:ext cx="2447572" cy="717346"/>
      </dsp:txXfrm>
    </dsp:sp>
    <dsp:sp modelId="{6C142579-A225-4225-979A-FAA605D4E8E4}">
      <dsp:nvSpPr>
        <dsp:cNvPr id="0" name=""/>
        <dsp:cNvSpPr/>
      </dsp:nvSpPr>
      <dsp:spPr>
        <a:xfrm>
          <a:off x="717346" y="0"/>
          <a:ext cx="2672116" cy="29848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rgbClr val="000000"/>
              </a:solidFill>
            </a:rPr>
            <a:t>Escopo e objetivo da auditoria</a:t>
          </a:r>
          <a:endParaRPr lang="pt-BR" sz="1600" kern="1200" dirty="0">
            <a:solidFill>
              <a:srgbClr val="000000"/>
            </a:solidFill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rgbClr val="000000"/>
              </a:solidFill>
            </a:rPr>
            <a:t>Entendimento do objeto</a:t>
          </a:r>
          <a:endParaRPr lang="pt-BR" sz="1600" kern="1200" dirty="0">
            <a:solidFill>
              <a:srgbClr val="000000"/>
            </a:solidFill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rgbClr val="000000"/>
              </a:solidFill>
            </a:rPr>
            <a:t>Evidências de auditoria</a:t>
          </a:r>
          <a:endParaRPr lang="pt-BR" sz="1600" kern="1200" dirty="0">
            <a:solidFill>
              <a:srgbClr val="000000"/>
            </a:solidFill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rgbClr val="000000"/>
              </a:solidFill>
            </a:rPr>
            <a:t>Respostas à solicitação de esclarecimentos</a:t>
          </a:r>
          <a:endParaRPr lang="pt-BR" sz="1600" kern="1200" dirty="0">
            <a:solidFill>
              <a:srgbClr val="000000"/>
            </a:solidFill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rgbClr val="000000"/>
              </a:solidFill>
            </a:rPr>
            <a:t>Achados de auditoria</a:t>
          </a:r>
          <a:endParaRPr lang="pt-BR" sz="1600" kern="1200" dirty="0">
            <a:solidFill>
              <a:srgbClr val="000000"/>
            </a:solidFill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rgbClr val="000000"/>
              </a:solidFill>
            </a:rPr>
            <a:t>Notas de auditoria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rgbClr val="000000"/>
              </a:solidFill>
            </a:rPr>
            <a:t>Recomendações de auditoria</a:t>
          </a:r>
          <a:endParaRPr lang="pt-BR" sz="1600" kern="1200" dirty="0">
            <a:solidFill>
              <a:srgbClr val="000000"/>
            </a:solidFill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rgbClr val="000000"/>
              </a:solidFill>
            </a:rPr>
            <a:t>Plano de ação</a:t>
          </a:r>
          <a:endParaRPr lang="pt-BR" sz="1600" kern="1200" dirty="0">
            <a:solidFill>
              <a:srgbClr val="000000"/>
            </a:solidFill>
          </a:endParaRPr>
        </a:p>
      </dsp:txBody>
      <dsp:txXfrm>
        <a:off x="717346" y="0"/>
        <a:ext cx="2672116" cy="2984845"/>
      </dsp:txXfrm>
    </dsp:sp>
    <dsp:sp modelId="{1CBF9CC9-D1F3-40DC-8BFC-67D417678ABA}">
      <dsp:nvSpPr>
        <dsp:cNvPr id="0" name=""/>
        <dsp:cNvSpPr/>
      </dsp:nvSpPr>
      <dsp:spPr>
        <a:xfrm>
          <a:off x="3694307" y="0"/>
          <a:ext cx="3586733" cy="2984845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6012" rIns="124460" bIns="0" numCol="1" spcCol="1270" anchor="t" anchorCtr="0">
          <a:noAutofit/>
        </a:bodyPr>
        <a:lstStyle/>
        <a:p>
          <a:pPr lvl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kern="1200" dirty="0" smtClean="0"/>
            <a:t>ATIVIDADES</a:t>
          </a:r>
          <a:endParaRPr lang="pt-BR" sz="1500" kern="1200" dirty="0">
            <a:solidFill>
              <a:schemeClr val="bg1">
                <a:lumMod val="10000"/>
              </a:schemeClr>
            </a:solidFill>
          </a:endParaRPr>
        </a:p>
      </dsp:txBody>
      <dsp:txXfrm rot="16200000">
        <a:off x="2829194" y="865113"/>
        <a:ext cx="2447572" cy="717346"/>
      </dsp:txXfrm>
    </dsp:sp>
    <dsp:sp modelId="{F5F8C0F9-D481-42B4-8A7E-46F495C561E7}">
      <dsp:nvSpPr>
        <dsp:cNvPr id="0" name=""/>
        <dsp:cNvSpPr/>
      </dsp:nvSpPr>
      <dsp:spPr>
        <a:xfrm rot="5400000">
          <a:off x="3511637" y="2290642"/>
          <a:ext cx="438796" cy="53800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601C09-23F6-4032-9F59-65CE91F4512F}">
      <dsp:nvSpPr>
        <dsp:cNvPr id="0" name=""/>
        <dsp:cNvSpPr/>
      </dsp:nvSpPr>
      <dsp:spPr>
        <a:xfrm>
          <a:off x="4411654" y="0"/>
          <a:ext cx="2672116" cy="29848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u="none" kern="1200" dirty="0" smtClean="0">
              <a:solidFill>
                <a:schemeClr val="bg1">
                  <a:lumMod val="10000"/>
                </a:schemeClr>
              </a:solidFill>
            </a:rPr>
            <a:t>Elaborar relatório</a:t>
          </a:r>
          <a:endParaRPr lang="pt-BR" sz="1600" kern="1200" dirty="0">
            <a:solidFill>
              <a:srgbClr val="000000"/>
            </a:solidFill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u="none" kern="1200" dirty="0" smtClean="0">
              <a:solidFill>
                <a:schemeClr val="bg1">
                  <a:lumMod val="10000"/>
                </a:schemeClr>
              </a:solidFill>
            </a:rPr>
            <a:t>Elaborar sumário executivo</a:t>
          </a:r>
          <a:endParaRPr lang="pt-BR" sz="1600" kern="1200" dirty="0">
            <a:solidFill>
              <a:schemeClr val="bg1">
                <a:lumMod val="10000"/>
              </a:schemeClr>
            </a:solidFill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u="none" kern="1200" dirty="0" smtClean="0">
              <a:solidFill>
                <a:schemeClr val="bg1">
                  <a:lumMod val="10000"/>
                </a:schemeClr>
              </a:solidFill>
            </a:rPr>
            <a:t>Encaminhar relatório</a:t>
          </a:r>
          <a:endParaRPr lang="pt-BR" sz="1600" kern="1200" dirty="0">
            <a:solidFill>
              <a:schemeClr val="bg1">
                <a:lumMod val="10000"/>
              </a:schemeClr>
            </a:solidFill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>
                  <a:lumMod val="10000"/>
                </a:schemeClr>
              </a:solidFill>
            </a:rPr>
            <a:t>Publicar relatório</a:t>
          </a:r>
          <a:endParaRPr lang="pt-BR" sz="1600" kern="1200" dirty="0">
            <a:solidFill>
              <a:schemeClr val="bg1">
                <a:lumMod val="10000"/>
              </a:schemeClr>
            </a:solidFill>
          </a:endParaRPr>
        </a:p>
      </dsp:txBody>
      <dsp:txXfrm>
        <a:off x="4411654" y="0"/>
        <a:ext cx="2672116" cy="2984845"/>
      </dsp:txXfrm>
    </dsp:sp>
    <dsp:sp modelId="{C89D50F2-EA5A-4B93-BE9A-E5C30789F308}">
      <dsp:nvSpPr>
        <dsp:cNvPr id="0" name=""/>
        <dsp:cNvSpPr/>
      </dsp:nvSpPr>
      <dsp:spPr>
        <a:xfrm>
          <a:off x="7425371" y="0"/>
          <a:ext cx="3586733" cy="2984845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6012" rIns="124460" bIns="0" numCol="1" spcCol="1270" anchor="t" anchorCtr="0">
          <a:noAutofit/>
        </a:bodyPr>
        <a:lstStyle/>
        <a:p>
          <a:pPr lvl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kern="1200" dirty="0" smtClean="0"/>
            <a:t>SAÍDAS</a:t>
          </a:r>
          <a:endParaRPr lang="pt-BR" sz="2800" kern="1200" dirty="0"/>
        </a:p>
      </dsp:txBody>
      <dsp:txXfrm rot="16200000">
        <a:off x="6560258" y="865113"/>
        <a:ext cx="2447572" cy="717346"/>
      </dsp:txXfrm>
    </dsp:sp>
    <dsp:sp modelId="{B16BD476-7940-47E1-AD05-504FCB2A33F2}">
      <dsp:nvSpPr>
        <dsp:cNvPr id="0" name=""/>
        <dsp:cNvSpPr/>
      </dsp:nvSpPr>
      <dsp:spPr>
        <a:xfrm rot="5400000">
          <a:off x="7223906" y="2290642"/>
          <a:ext cx="438796" cy="53800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4F1618-F4E7-4271-9235-5337E07E706E}">
      <dsp:nvSpPr>
        <dsp:cNvPr id="0" name=""/>
        <dsp:cNvSpPr/>
      </dsp:nvSpPr>
      <dsp:spPr>
        <a:xfrm>
          <a:off x="8142717" y="0"/>
          <a:ext cx="2672116" cy="29848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>
                  <a:lumMod val="10000"/>
                </a:schemeClr>
              </a:solidFill>
            </a:rPr>
            <a:t>Relatório de auditoria (e-</a:t>
          </a:r>
          <a:r>
            <a:rPr lang="pt-BR" sz="1600" kern="1200" dirty="0" err="1" smtClean="0">
              <a:solidFill>
                <a:schemeClr val="bg1">
                  <a:lumMod val="10000"/>
                </a:schemeClr>
              </a:solidFill>
            </a:rPr>
            <a:t>Doc</a:t>
          </a:r>
          <a:r>
            <a:rPr lang="pt-BR" sz="1600" kern="1200" dirty="0" smtClean="0">
              <a:solidFill>
                <a:schemeClr val="bg1">
                  <a:lumMod val="10000"/>
                </a:schemeClr>
              </a:solidFill>
            </a:rPr>
            <a:t> e publicado no portal)</a:t>
          </a:r>
          <a:endParaRPr lang="pt-BR" sz="1600" kern="1200" dirty="0">
            <a:solidFill>
              <a:srgbClr val="000000"/>
            </a:solidFill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bg1">
                  <a:lumMod val="10000"/>
                </a:schemeClr>
              </a:solidFill>
            </a:rPr>
            <a:t>Sumário executivo de auditoria (e-</a:t>
          </a:r>
          <a:r>
            <a:rPr lang="pt-BR" sz="1600" kern="1200" dirty="0" err="1" smtClean="0">
              <a:solidFill>
                <a:schemeClr val="bg1">
                  <a:lumMod val="10000"/>
                </a:schemeClr>
              </a:solidFill>
            </a:rPr>
            <a:t>Doc</a:t>
          </a:r>
          <a:r>
            <a:rPr lang="pt-BR" sz="1600" kern="1200" dirty="0" smtClean="0">
              <a:solidFill>
                <a:schemeClr val="bg1">
                  <a:lumMod val="10000"/>
                </a:schemeClr>
              </a:solidFill>
            </a:rPr>
            <a:t> e publicado no portal)</a:t>
          </a:r>
        </a:p>
      </dsp:txBody>
      <dsp:txXfrm>
        <a:off x="8142717" y="0"/>
        <a:ext cx="2672116" cy="298484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66820-771C-4868-8F0D-475A8C72D711}" type="datetimeFigureOut">
              <a:rPr lang="pt-BR" smtClean="0"/>
              <a:t>23/02/2026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324B4-30B9-47E5-8AB3-B8C10482E23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98029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274D2-DCDA-4DF7-9532-9E5C116BB4C5}" type="datetimeFigureOut">
              <a:rPr lang="pt-BR" smtClean="0"/>
              <a:t>23/02/2026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08BF6E-B1E9-4718-BB5A-4B19FF0C2C1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366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08BF6E-B1E9-4718-BB5A-4B19FF0C2C19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736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08BF6E-B1E9-4718-BB5A-4B19FF0C2C19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7226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08BF6E-B1E9-4718-BB5A-4B19FF0C2C19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9396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08BF6E-B1E9-4718-BB5A-4B19FF0C2C19}" type="slidenum">
              <a:rPr lang="pt-BR" smtClean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4166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08BF6E-B1E9-4718-BB5A-4B19FF0C2C19}" type="slidenum">
              <a:rPr lang="pt-BR" smtClean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5169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95"/>
            <a:ext cx="12270920" cy="690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9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41676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9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0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59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12"/>
            <a:ext cx="12216838" cy="684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48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" y="0"/>
            <a:ext cx="12188301" cy="686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38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76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7" name="CaixaDeTexto 6"/>
          <p:cNvSpPr txBox="1"/>
          <p:nvPr userDrawn="1"/>
        </p:nvSpPr>
        <p:spPr>
          <a:xfrm>
            <a:off x="2988129" y="704740"/>
            <a:ext cx="2579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8CBA30"/>
                </a:solidFill>
              </a:rPr>
              <a:t>Secretaria de</a:t>
            </a:r>
          </a:p>
          <a:p>
            <a:r>
              <a:rPr lang="pt-BR" dirty="0" smtClean="0">
                <a:solidFill>
                  <a:srgbClr val="8CBA30"/>
                </a:solidFill>
              </a:rPr>
              <a:t>Controle Interno</a:t>
            </a:r>
            <a:r>
              <a:rPr lang="pt-BR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625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4517" cy="691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62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" y="0"/>
            <a:ext cx="121846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20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6"/>
          <p:cNvSpPr txBox="1"/>
          <p:nvPr userDrawn="1"/>
        </p:nvSpPr>
        <p:spPr>
          <a:xfrm>
            <a:off x="2988129" y="704740"/>
            <a:ext cx="2579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8CBA30"/>
                </a:solidFill>
              </a:rPr>
              <a:t>Secretaria de</a:t>
            </a:r>
          </a:p>
          <a:p>
            <a:r>
              <a:rPr lang="pt-BR" dirty="0" smtClean="0">
                <a:solidFill>
                  <a:srgbClr val="8CBA30"/>
                </a:solidFill>
              </a:rPr>
              <a:t>Controle Interno</a:t>
            </a:r>
            <a:r>
              <a:rPr lang="pt-BR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806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46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61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57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 userDrawn="1"/>
        </p:nvSpPr>
        <p:spPr>
          <a:xfrm>
            <a:off x="2988129" y="704740"/>
            <a:ext cx="2579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8CBA30"/>
                </a:solidFill>
              </a:rPr>
              <a:t>Secretaria de</a:t>
            </a:r>
          </a:p>
          <a:p>
            <a:r>
              <a:rPr lang="pt-BR" dirty="0" smtClean="0">
                <a:solidFill>
                  <a:srgbClr val="8CBA30"/>
                </a:solidFill>
              </a:rPr>
              <a:t>Controle Interno</a:t>
            </a:r>
            <a:r>
              <a:rPr lang="pt-BR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155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4601" cy="698046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</p:pic>
      <p:sp>
        <p:nvSpPr>
          <p:cNvPr id="3" name="CaixaDeTexto 2"/>
          <p:cNvSpPr txBox="1"/>
          <p:nvPr userDrawn="1"/>
        </p:nvSpPr>
        <p:spPr>
          <a:xfrm>
            <a:off x="2988129" y="704740"/>
            <a:ext cx="2579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8CBA30"/>
                </a:solidFill>
              </a:rPr>
              <a:t>Secretaria de</a:t>
            </a:r>
          </a:p>
          <a:p>
            <a:r>
              <a:rPr lang="pt-BR" dirty="0" smtClean="0">
                <a:solidFill>
                  <a:srgbClr val="8CBA30"/>
                </a:solidFill>
              </a:rPr>
              <a:t>Controle Interno</a:t>
            </a:r>
            <a:r>
              <a:rPr lang="pt-BR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Retângulo 3"/>
          <p:cNvSpPr/>
          <p:nvPr userDrawn="1"/>
        </p:nvSpPr>
        <p:spPr>
          <a:xfrm>
            <a:off x="7399" y="4718957"/>
            <a:ext cx="12184601" cy="2261507"/>
          </a:xfrm>
          <a:prstGeom prst="rect">
            <a:avLst/>
          </a:prstGeom>
          <a:gradFill flip="none" rotWithShape="1">
            <a:gsLst>
              <a:gs pos="0">
                <a:srgbClr val="EEECE6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2252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4601" cy="698046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</p:pic>
      <p:sp>
        <p:nvSpPr>
          <p:cNvPr id="3" name="CaixaDeTexto 2"/>
          <p:cNvSpPr txBox="1"/>
          <p:nvPr userDrawn="1"/>
        </p:nvSpPr>
        <p:spPr>
          <a:xfrm>
            <a:off x="2988129" y="704740"/>
            <a:ext cx="2579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8CBA30"/>
                </a:solidFill>
              </a:rPr>
              <a:t>Secretaria de</a:t>
            </a:r>
          </a:p>
          <a:p>
            <a:r>
              <a:rPr lang="pt-BR" dirty="0" smtClean="0">
                <a:solidFill>
                  <a:srgbClr val="8CBA30"/>
                </a:solidFill>
              </a:rPr>
              <a:t>Controle Interno</a:t>
            </a:r>
            <a:r>
              <a:rPr lang="pt-BR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Retângulo 3"/>
          <p:cNvSpPr/>
          <p:nvPr userDrawn="1"/>
        </p:nvSpPr>
        <p:spPr>
          <a:xfrm>
            <a:off x="0" y="4718957"/>
            <a:ext cx="12184601" cy="2261507"/>
          </a:xfrm>
          <a:prstGeom prst="rect">
            <a:avLst/>
          </a:prstGeom>
          <a:solidFill>
            <a:srgbClr val="EE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07500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" y="0"/>
            <a:ext cx="12188301" cy="686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124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5714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41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6" y="0"/>
            <a:ext cx="120907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3868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7" name="CaixaDeTexto 6"/>
          <p:cNvSpPr txBox="1"/>
          <p:nvPr userDrawn="1"/>
        </p:nvSpPr>
        <p:spPr>
          <a:xfrm>
            <a:off x="2988129" y="704740"/>
            <a:ext cx="2579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8CBA30"/>
                </a:solidFill>
              </a:rPr>
              <a:t>Secretaria de</a:t>
            </a:r>
          </a:p>
          <a:p>
            <a:r>
              <a:rPr lang="pt-BR" dirty="0" smtClean="0">
                <a:solidFill>
                  <a:srgbClr val="8CBA30"/>
                </a:solidFill>
              </a:rPr>
              <a:t>Controle Interno</a:t>
            </a:r>
            <a:r>
              <a:rPr lang="pt-BR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216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725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64219"/>
            <a:ext cx="12254592" cy="695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605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24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AA8D4-70BE-4185-9547-317B0EBC25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802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3393F-BEF7-4E85-8306-B128FFAC04B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6203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8" r:id="rId2"/>
    <p:sldLayoutId id="2147483701" r:id="rId3"/>
    <p:sldLayoutId id="2147483702" r:id="rId4"/>
    <p:sldLayoutId id="2147483707" r:id="rId5"/>
    <p:sldLayoutId id="2147483706" r:id="rId6"/>
    <p:sldLayoutId id="2147483684" r:id="rId7"/>
    <p:sldLayoutId id="2147483686" r:id="rId8"/>
    <p:sldLayoutId id="2147483688" r:id="rId9"/>
    <p:sldLayoutId id="2147483694" r:id="rId10"/>
    <p:sldLayoutId id="2147483696" r:id="rId11"/>
    <p:sldLayoutId id="2147483697" r:id="rId12"/>
    <p:sldLayoutId id="2147483650" r:id="rId13"/>
    <p:sldLayoutId id="2147483673" r:id="rId14"/>
    <p:sldLayoutId id="2147483730" r:id="rId15"/>
    <p:sldLayoutId id="2147483731" r:id="rId16"/>
    <p:sldLayoutId id="2147483676" r:id="rId17"/>
    <p:sldLayoutId id="2147483660" r:id="rId18"/>
    <p:sldLayoutId id="2147483715" r:id="rId19"/>
    <p:sldLayoutId id="2147483717" r:id="rId20"/>
    <p:sldLayoutId id="2147483718" r:id="rId21"/>
    <p:sldLayoutId id="2147483726" r:id="rId22"/>
    <p:sldLayoutId id="2147483728" r:id="rId23"/>
    <p:sldLayoutId id="2147483729" r:id="rId24"/>
    <p:sldLayoutId id="2147483732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26.jpe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27.jp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76710" y="5976177"/>
            <a:ext cx="2661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rgbClr val="E6E3DA"/>
                </a:solidFill>
              </a:rPr>
              <a:t>20/10/2025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347457" y="2644170"/>
            <a:ext cx="9497086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6000" b="1" spc="45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Diagramas de Escopo</a:t>
            </a:r>
          </a:p>
          <a:p>
            <a:pPr algn="ctr"/>
            <a:r>
              <a:rPr lang="pt-BR" sz="3600" b="1" spc="450" dirty="0" smtClean="0">
                <a:solidFill>
                  <a:srgbClr val="E6E3D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AUDITORIA E SEUS SUBPROCESSOS</a:t>
            </a:r>
            <a:endParaRPr lang="pt-BR" sz="3600" b="1" spc="450" dirty="0">
              <a:solidFill>
                <a:srgbClr val="E6E3D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811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/>
          <p:cNvSpPr txBox="1"/>
          <p:nvPr/>
        </p:nvSpPr>
        <p:spPr>
          <a:xfrm>
            <a:off x="6340305" y="860535"/>
            <a:ext cx="5348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Diagrama </a:t>
            </a:r>
            <a:r>
              <a:rPr lang="pt-BR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de </a:t>
            </a:r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Escopo – IGOE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62" y="1488630"/>
            <a:ext cx="7392246" cy="4964597"/>
          </a:xfrm>
          <a:prstGeom prst="rect">
            <a:avLst/>
          </a:prstGeom>
        </p:spPr>
      </p:pic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1562932944"/>
              </p:ext>
            </p:extLst>
          </p:nvPr>
        </p:nvGraphicFramePr>
        <p:xfrm>
          <a:off x="8155707" y="1773470"/>
          <a:ext cx="3528293" cy="3583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8423564" y="2059712"/>
            <a:ext cx="314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 smtClean="0">
                <a:solidFill>
                  <a:srgbClr val="000000"/>
                </a:solidFill>
                <a:latin typeface="Bernard MT Condensed" panose="02050806060905020404" pitchFamily="18" charset="0"/>
              </a:rPr>
              <a:t>I</a:t>
            </a:r>
            <a:endParaRPr lang="pt-BR" sz="3000" dirty="0">
              <a:solidFill>
                <a:srgbClr val="000000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8677563" y="2878468"/>
            <a:ext cx="434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 smtClean="0">
                <a:solidFill>
                  <a:srgbClr val="000000"/>
                </a:solidFill>
                <a:latin typeface="Bernard MT Condensed" panose="02050806060905020404" pitchFamily="18" charset="0"/>
              </a:rPr>
              <a:t>G</a:t>
            </a:r>
            <a:endParaRPr lang="pt-BR" sz="3000" dirty="0">
              <a:solidFill>
                <a:srgbClr val="000000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8700653" y="3725235"/>
            <a:ext cx="314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 smtClean="0">
                <a:solidFill>
                  <a:srgbClr val="000000"/>
                </a:solidFill>
                <a:latin typeface="Bernard MT Condensed" panose="02050806060905020404" pitchFamily="18" charset="0"/>
              </a:rPr>
              <a:t>O</a:t>
            </a:r>
            <a:endParaRPr lang="pt-BR" sz="3000" dirty="0">
              <a:solidFill>
                <a:srgbClr val="000000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8405090" y="4550400"/>
            <a:ext cx="314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 smtClean="0">
                <a:solidFill>
                  <a:srgbClr val="000000"/>
                </a:solidFill>
                <a:latin typeface="Bernard MT Condensed" panose="02050806060905020404" pitchFamily="18" charset="0"/>
              </a:rPr>
              <a:t>E</a:t>
            </a:r>
            <a:endParaRPr lang="pt-BR" sz="3000" dirty="0">
              <a:solidFill>
                <a:srgbClr val="000000"/>
              </a:solidFill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47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6289739" y="838385"/>
            <a:ext cx="5119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Construção do Diagrama de Escopo</a:t>
            </a:r>
          </a:p>
          <a:p>
            <a:pPr lvl="0" algn="r"/>
            <a:endParaRPr lang="pt-BR" sz="2400" b="1" dirty="0" smtClea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750132" y="1521457"/>
            <a:ext cx="10783106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lvl="0"/>
            <a:r>
              <a:rPr lang="pt-BR" sz="24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Primeiro passo: </a:t>
            </a:r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Definir o escopo do processo/ subprocesso, delimitando os eventos de início e fim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Elipse 2"/>
          <p:cNvSpPr/>
          <p:nvPr/>
        </p:nvSpPr>
        <p:spPr>
          <a:xfrm>
            <a:off x="750132" y="2701943"/>
            <a:ext cx="1294410" cy="8600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 smtClean="0">
                <a:solidFill>
                  <a:srgbClr val="000000"/>
                </a:solidFill>
              </a:rPr>
              <a:t>Início</a:t>
            </a:r>
            <a:endParaRPr lang="pt-BR" b="1" dirty="0">
              <a:solidFill>
                <a:srgbClr val="000000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9519032" y="4406011"/>
            <a:ext cx="1294410" cy="8600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 smtClean="0">
                <a:solidFill>
                  <a:srgbClr val="000000"/>
                </a:solidFill>
              </a:rPr>
              <a:t>Fim</a:t>
            </a:r>
            <a:endParaRPr lang="pt-BR" b="1" dirty="0">
              <a:solidFill>
                <a:srgbClr val="000000"/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05953" y="3875191"/>
            <a:ext cx="3289720" cy="2051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pt-BR" sz="2000" dirty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 o estímulo que dispara a execução do </a:t>
            </a:r>
            <a:r>
              <a:rPr lang="pt-BR" sz="2000" dirty="0" smtClean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Processo</a:t>
            </a:r>
            <a:r>
              <a:rPr lang="pt-BR" sz="2000" dirty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 Qual insumo que inicia o </a:t>
            </a:r>
            <a:r>
              <a:rPr lang="pt-BR" sz="2000" dirty="0" smtClean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processo? Sem </a:t>
            </a:r>
            <a:r>
              <a:rPr lang="pt-BR" sz="2000" dirty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esse </a:t>
            </a:r>
            <a:r>
              <a:rPr lang="pt-BR" sz="2000" dirty="0" smtClean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insumo, </a:t>
            </a:r>
            <a:r>
              <a:rPr lang="pt-BR" sz="2000" dirty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processo não começa.</a:t>
            </a:r>
            <a:endParaRPr lang="pt-BR" sz="1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7424761" y="2605495"/>
            <a:ext cx="4188542" cy="173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r"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pt-BR" sz="2000" dirty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 é o resultado </a:t>
            </a:r>
            <a:r>
              <a:rPr lang="pt-BR" sz="2000" dirty="0" smtClean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esperado/saída </a:t>
            </a:r>
            <a:r>
              <a:rPr lang="pt-BR" sz="2000" dirty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 processo? Qual </a:t>
            </a:r>
            <a:r>
              <a:rPr lang="pt-BR" sz="2000" dirty="0" smtClean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000" dirty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evento que finaliza o </a:t>
            </a:r>
            <a:r>
              <a:rPr lang="pt-BR" sz="2000" dirty="0" smtClean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processo? Não </a:t>
            </a:r>
            <a:r>
              <a:rPr lang="pt-BR" sz="2000" dirty="0">
                <a:solidFill>
                  <a:srgbClr val="00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estamos falando em qualidade, mas em conclusão do processo.</a:t>
            </a:r>
          </a:p>
        </p:txBody>
      </p:sp>
      <p:sp>
        <p:nvSpPr>
          <p:cNvPr id="7" name="Texto explicativo em forma de nuvem 6"/>
          <p:cNvSpPr/>
          <p:nvPr/>
        </p:nvSpPr>
        <p:spPr>
          <a:xfrm>
            <a:off x="4138813" y="2806836"/>
            <a:ext cx="3429088" cy="213671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De qual processo estamos tratando?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86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6289739" y="838385"/>
            <a:ext cx="5119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Construção do Diagrama de Escopo</a:t>
            </a:r>
          </a:p>
          <a:p>
            <a:pPr lvl="0" algn="r"/>
            <a:endParaRPr lang="pt-BR" sz="2400" b="1" dirty="0" smtClea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679401" y="2359394"/>
            <a:ext cx="4116534" cy="283154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lvl="0"/>
            <a:r>
              <a:rPr lang="pt-BR" sz="24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Segundo passo: </a:t>
            </a:r>
          </a:p>
          <a:p>
            <a:pPr lvl="0"/>
            <a:endParaRPr lang="pt-BR" sz="2400" dirty="0" smtClean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lvl="0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Definir o objetivo do processo.</a:t>
            </a:r>
            <a:r>
              <a:rPr lang="pt-BR" sz="2400" dirty="0"/>
              <a:t> </a:t>
            </a:r>
            <a:endParaRPr lang="pt-BR" sz="2400" dirty="0" smtClean="0"/>
          </a:p>
          <a:p>
            <a:pPr marL="342900" lvl="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rgbClr val="000000"/>
                </a:solidFill>
              </a:rPr>
              <a:t>Para </a:t>
            </a:r>
            <a:r>
              <a:rPr lang="pt-BR" sz="2400" dirty="0">
                <a:solidFill>
                  <a:srgbClr val="000000"/>
                </a:solidFill>
              </a:rPr>
              <a:t>que o processo existe? </a:t>
            </a:r>
            <a:endParaRPr lang="pt-BR" sz="2400" dirty="0" smtClean="0">
              <a:solidFill>
                <a:srgbClr val="000000"/>
              </a:solidFill>
            </a:endParaRPr>
          </a:p>
          <a:p>
            <a:pPr marL="342900" lvl="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rgbClr val="000000"/>
                </a:solidFill>
              </a:rPr>
              <a:t>Qual </a:t>
            </a:r>
            <a:r>
              <a:rPr lang="pt-BR" sz="2400" dirty="0">
                <a:solidFill>
                  <a:srgbClr val="000000"/>
                </a:solidFill>
              </a:rPr>
              <a:t>proposta de valor </a:t>
            </a:r>
            <a:r>
              <a:rPr lang="pt-BR" sz="2400" dirty="0" smtClean="0">
                <a:solidFill>
                  <a:srgbClr val="000000"/>
                </a:solidFill>
              </a:rPr>
              <a:t>o processo se propõe a entregar?</a:t>
            </a:r>
            <a:endParaRPr lang="pt-BR" sz="2400" dirty="0">
              <a:solidFill>
                <a:srgbClr val="000000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5698387" y="2805670"/>
            <a:ext cx="51194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Permite análises sobre quais fatores devem integrar o objetivo do processo (objetivos operacionais, de conformidade, de divulgação, etc.</a:t>
            </a:r>
          </a:p>
          <a:p>
            <a:pPr lvl="0" algn="r"/>
            <a:endParaRPr lang="pt-BR" sz="2400" b="1" dirty="0" smtClea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88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6302727" y="883540"/>
            <a:ext cx="5119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Construção do Diagrama de Escopo</a:t>
            </a:r>
          </a:p>
          <a:p>
            <a:pPr lvl="0" algn="r"/>
            <a:endParaRPr lang="pt-BR" sz="2400" b="1" dirty="0" smtClea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890707485"/>
              </p:ext>
            </p:extLst>
          </p:nvPr>
        </p:nvGraphicFramePr>
        <p:xfrm>
          <a:off x="639718" y="642992"/>
          <a:ext cx="10782452" cy="6357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639718" y="1714537"/>
            <a:ext cx="97758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Terceiro passo: </a:t>
            </a:r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Identificar</a:t>
            </a:r>
          </a:p>
          <a:p>
            <a:pPr lvl="0"/>
            <a:endParaRPr lang="pt-BR" sz="2400" b="1" dirty="0" smtClea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75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416723" y="1544868"/>
            <a:ext cx="7905136" cy="33333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/>
          </a:p>
        </p:txBody>
      </p:sp>
      <p:sp>
        <p:nvSpPr>
          <p:cNvPr id="20" name="CaixaDeTexto 19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Elementos do Diagrama de Escopo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3856680" y="1581842"/>
            <a:ext cx="10940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O que são REGULADORES do processo?</a:t>
            </a:r>
          </a:p>
        </p:txBody>
      </p:sp>
      <p:sp>
        <p:nvSpPr>
          <p:cNvPr id="2" name="Retângulo 1"/>
          <p:cNvSpPr/>
          <p:nvPr/>
        </p:nvSpPr>
        <p:spPr>
          <a:xfrm>
            <a:off x="2645322" y="2080481"/>
            <a:ext cx="744793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São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legislações e normativos que regulam o processo e manuais que padronizam a maneira como o processo deve ocorrer. </a:t>
            </a:r>
          </a:p>
          <a:p>
            <a:pPr lvl="0"/>
            <a:endParaRPr lang="pt-BR" sz="2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/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Verifique também quais são as políticas internas ou externas 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que interferem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na maneira como o processo ocorre.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17132" y="5293750"/>
            <a:ext cx="79051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Registre exatamente o nome ou número do </a:t>
            </a:r>
            <a:r>
              <a:rPr lang="pt-BR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regulador. Não </a:t>
            </a:r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seja genérico.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92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Elementos do Diagrama de Escopo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3259772069"/>
              </p:ext>
            </p:extLst>
          </p:nvPr>
        </p:nvGraphicFramePr>
        <p:xfrm>
          <a:off x="5977728" y="1725516"/>
          <a:ext cx="5825431" cy="3867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821094" y="2696547"/>
            <a:ext cx="47306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2">
                    <a:lumMod val="75000"/>
                  </a:schemeClr>
                </a:solidFill>
              </a:rPr>
              <a:t>PROCESSO REALIZAR AUDITORIA</a:t>
            </a:r>
            <a:endParaRPr lang="pt-BR" sz="32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48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122432" y="1551968"/>
            <a:ext cx="7451991" cy="27464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/>
          </a:p>
        </p:txBody>
      </p:sp>
      <p:sp>
        <p:nvSpPr>
          <p:cNvPr id="20" name="CaixaDeTexto 19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Elementos do Diagrama de Escopo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3657863" y="1638952"/>
            <a:ext cx="10940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O que são ENTRADAS do processo?</a:t>
            </a:r>
          </a:p>
        </p:txBody>
      </p:sp>
      <p:sp>
        <p:nvSpPr>
          <p:cNvPr id="2" name="Retângulo 1"/>
          <p:cNvSpPr/>
          <p:nvPr/>
        </p:nvSpPr>
        <p:spPr>
          <a:xfrm>
            <a:off x="2234295" y="2100617"/>
            <a:ext cx="7228263" cy="2068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São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informações, relatórios, documentos, 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demandas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serem atendidas e/ou 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insumos que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entram no início ou durante a execução do 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processo e são utilizados para elaborar as entregas (produto/serviço/resultado).</a:t>
            </a:r>
            <a:endParaRPr lang="pt-BR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1074320" y="4636792"/>
            <a:ext cx="8882658" cy="1821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pt-BR" sz="2100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Pode ser preciso verificar também as INTERFACES </a:t>
            </a:r>
            <a:r>
              <a:rPr lang="pt-BR" sz="21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</a:t>
            </a:r>
            <a:r>
              <a:rPr lang="pt-BR" sz="2100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ENTRADA: Quais </a:t>
            </a:r>
            <a:r>
              <a:rPr lang="pt-BR" sz="21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processos </a:t>
            </a:r>
            <a:r>
              <a:rPr lang="pt-BR" sz="2100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antecedem </a:t>
            </a:r>
            <a:r>
              <a:rPr lang="pt-BR" sz="21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processo </a:t>
            </a:r>
            <a:r>
              <a:rPr lang="pt-BR" sz="2100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oferecendo </a:t>
            </a:r>
            <a:r>
              <a:rPr lang="pt-BR" sz="21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entradas para a sua execução? Quais </a:t>
            </a:r>
            <a:r>
              <a:rPr lang="pt-BR" sz="2100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clientes ou atores externos oferecem </a:t>
            </a:r>
            <a:r>
              <a:rPr lang="pt-BR" sz="21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entradas para a execução do processo? A interface de entrada sempre é externa ao </a:t>
            </a:r>
            <a:r>
              <a:rPr lang="pt-BR" sz="2100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processo.</a:t>
            </a:r>
            <a:endParaRPr lang="pt-BR" sz="2100" i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29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Elementos do Diagrama de Escopo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1586492416"/>
              </p:ext>
            </p:extLst>
          </p:nvPr>
        </p:nvGraphicFramePr>
        <p:xfrm>
          <a:off x="5977728" y="1725516"/>
          <a:ext cx="5825431" cy="3867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802433" y="3120448"/>
            <a:ext cx="47306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2">
                    <a:lumMod val="75000"/>
                  </a:schemeClr>
                </a:solidFill>
              </a:rPr>
              <a:t>PROCESSO REALIZAR AUDITORIA</a:t>
            </a:r>
            <a:endParaRPr lang="pt-BR" sz="32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18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343283" y="1522472"/>
            <a:ext cx="6654343" cy="25586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/>
          </a:p>
        </p:txBody>
      </p:sp>
      <p:sp>
        <p:nvSpPr>
          <p:cNvPr id="20" name="CaixaDeTexto 19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Elementos do Diagrama de Escopo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3527341" y="1551304"/>
            <a:ext cx="10940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O que são SAÍDAS do processo?</a:t>
            </a:r>
          </a:p>
        </p:txBody>
      </p:sp>
      <p:sp>
        <p:nvSpPr>
          <p:cNvPr id="2" name="Retângulo 1"/>
          <p:cNvSpPr/>
          <p:nvPr/>
        </p:nvSpPr>
        <p:spPr>
          <a:xfrm>
            <a:off x="2477427" y="2012969"/>
            <a:ext cx="6520198" cy="2068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São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informações, relatórios, documentos, </a:t>
            </a:r>
            <a:r>
              <a:rPr lang="pt-BR" sz="2400" i="1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status 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 entregas que o processo produz. São serviços, produtos e resultados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entregues 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 demandas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atendidas 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ao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fim ou durante a execução do processo.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632772" y="4357444"/>
            <a:ext cx="9285669" cy="2154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pt-BR" sz="2100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Pode ser preciso verificar também as </a:t>
            </a:r>
            <a:r>
              <a:rPr lang="pt-BR" sz="21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INTERFACES DE SAÍDA: </a:t>
            </a:r>
            <a:r>
              <a:rPr lang="pt-BR" sz="21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Quais processos recebem as saídas do processo em análise? Quais clientes ou atores externos recebem as saídas do processo? A interface de saída sempre é externa ao </a:t>
            </a:r>
            <a:r>
              <a:rPr lang="pt-BR" sz="2100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processo.</a:t>
            </a:r>
            <a:endParaRPr lang="pt-BR" sz="2100" i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endParaRPr lang="pt-BR" sz="2100" i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42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Elementos do Diagrama de Escopo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1247639077"/>
              </p:ext>
            </p:extLst>
          </p:nvPr>
        </p:nvGraphicFramePr>
        <p:xfrm>
          <a:off x="5977729" y="1526412"/>
          <a:ext cx="5825431" cy="3867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802433" y="3120448"/>
            <a:ext cx="47306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2">
                    <a:lumMod val="75000"/>
                  </a:schemeClr>
                </a:solidFill>
              </a:rPr>
              <a:t>PROCESSO REALIZAR AUDITORIA</a:t>
            </a:r>
            <a:endParaRPr lang="pt-BR" sz="32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21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240645" y="1565568"/>
            <a:ext cx="7369885" cy="30701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/>
          </a:p>
        </p:txBody>
      </p:sp>
      <p:sp>
        <p:nvSpPr>
          <p:cNvPr id="20" name="CaixaDeTexto 19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Elementos do Diagrama de Escopo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2656171" y="1673852"/>
            <a:ext cx="10940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O que são RECURSOS que dão suporte ao processo?</a:t>
            </a:r>
          </a:p>
        </p:txBody>
      </p:sp>
      <p:sp>
        <p:nvSpPr>
          <p:cNvPr id="2" name="Retângulo 1"/>
          <p:cNvSpPr/>
          <p:nvPr/>
        </p:nvSpPr>
        <p:spPr>
          <a:xfrm>
            <a:off x="2510127" y="2243801"/>
            <a:ext cx="6990735" cy="3163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São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as equipes ou unidades da instituição que executam atividades do processo. Também são os sistemas de informação, planilhas de controle, equipamentos 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instalações físicas e lógicas 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utilizados/alocados/consumidos durante a </a:t>
            </a:r>
            <a:r>
              <a:rPr lang="pt-B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execução e gestão do 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processo.</a:t>
            </a:r>
            <a:endParaRPr lang="pt-BR" sz="2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endParaRPr lang="pt-BR" sz="2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651432" y="5154190"/>
            <a:ext cx="9080395" cy="146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pt-BR" sz="2100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Pode ser preciso </a:t>
            </a:r>
            <a:r>
              <a:rPr lang="pt-BR" sz="21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verificar </a:t>
            </a:r>
            <a:r>
              <a:rPr lang="pt-BR" sz="2100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há também órgãos</a:t>
            </a:r>
            <a:r>
              <a:rPr lang="pt-BR" sz="21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fornecedores e parceiros externos que executam atividades do processo.</a:t>
            </a:r>
          </a:p>
          <a:p>
            <a:pPr lvl="0"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endParaRPr lang="pt-BR" sz="2100" i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13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Elementos do Diagrama de Escopo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4063812062"/>
              </p:ext>
            </p:extLst>
          </p:nvPr>
        </p:nvGraphicFramePr>
        <p:xfrm>
          <a:off x="5977729" y="1526412"/>
          <a:ext cx="5825431" cy="3867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802433" y="3120448"/>
            <a:ext cx="47306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bg2">
                    <a:lumMod val="75000"/>
                  </a:schemeClr>
                </a:solidFill>
              </a:rPr>
              <a:t>PROCESSO REALIZAR AUDITORIA</a:t>
            </a:r>
            <a:endParaRPr lang="pt-BR" sz="32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56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5813778" y="873070"/>
            <a:ext cx="5989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Escopo do processo Realizar Auditoria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3917669152"/>
              </p:ext>
            </p:extLst>
          </p:nvPr>
        </p:nvGraphicFramePr>
        <p:xfrm>
          <a:off x="366888" y="1103902"/>
          <a:ext cx="8534403" cy="4992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have direita 2"/>
          <p:cNvSpPr/>
          <p:nvPr/>
        </p:nvSpPr>
        <p:spPr>
          <a:xfrm>
            <a:off x="8901291" y="1906618"/>
            <a:ext cx="485422" cy="3386666"/>
          </a:xfrm>
          <a:prstGeom prst="rightBrac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de cantos arredondados 3"/>
          <p:cNvSpPr/>
          <p:nvPr/>
        </p:nvSpPr>
        <p:spPr>
          <a:xfrm>
            <a:off x="9414937" y="2912534"/>
            <a:ext cx="2388223" cy="1174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 smtClean="0">
                <a:solidFill>
                  <a:srgbClr val="000000"/>
                </a:solidFill>
              </a:rPr>
              <a:t>SUBPROCESSOS</a:t>
            </a:r>
            <a:endParaRPr lang="pt-BR" sz="2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57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5091289" y="629893"/>
            <a:ext cx="6711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Diagrama de Escopo do Subprocesso Planejar Auditoria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2517131043"/>
              </p:ext>
            </p:extLst>
          </p:nvPr>
        </p:nvGraphicFramePr>
        <p:xfrm>
          <a:off x="767644" y="3397956"/>
          <a:ext cx="11012938" cy="1971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etângulo de cantos arredondados 7"/>
          <p:cNvSpPr/>
          <p:nvPr/>
        </p:nvSpPr>
        <p:spPr>
          <a:xfrm>
            <a:off x="767644" y="2267799"/>
            <a:ext cx="11023862" cy="11092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180975" lvl="0" indent="1884363"/>
            <a:r>
              <a:rPr lang="pt-BR" sz="1400" dirty="0">
                <a:solidFill>
                  <a:srgbClr val="000000"/>
                </a:solidFill>
              </a:rPr>
              <a:t>Legislação aplicável (CF88, LGPD, LAI, 		      Res. 69/1994 e AM 133/2016)</a:t>
            </a:r>
          </a:p>
          <a:p>
            <a:pPr marL="180975" lvl="0" indent="1884363"/>
            <a:r>
              <a:rPr lang="pt-BR" sz="1400" dirty="0">
                <a:solidFill>
                  <a:srgbClr val="000000"/>
                </a:solidFill>
              </a:rPr>
              <a:t>Normas e padrões de auditoria </a:t>
            </a:r>
          </a:p>
          <a:p>
            <a:pPr marL="180975" lvl="0" indent="1884363"/>
            <a:r>
              <a:rPr lang="pt-BR" sz="1400" dirty="0">
                <a:solidFill>
                  <a:srgbClr val="000000"/>
                </a:solidFill>
              </a:rPr>
              <a:t>(IIA, TCU)</a:t>
            </a:r>
          </a:p>
          <a:p>
            <a:pPr marL="180975" lvl="0"/>
            <a:endParaRPr lang="pt-BR" sz="1600" dirty="0">
              <a:solidFill>
                <a:srgbClr val="000000"/>
              </a:solidFill>
            </a:endParaRPr>
          </a:p>
          <a:p>
            <a:pPr marL="180975" lvl="0"/>
            <a:r>
              <a:rPr lang="pt-BR" sz="1400" dirty="0">
                <a:solidFill>
                  <a:srgbClr val="000000"/>
                </a:solidFill>
              </a:rPr>
              <a:t>Boas práticas da atividade de auditoria (</a:t>
            </a:r>
            <a:r>
              <a:rPr lang="pt-BR" sz="1400" dirty="0" err="1">
                <a:solidFill>
                  <a:srgbClr val="000000"/>
                </a:solidFill>
              </a:rPr>
              <a:t>Intosai</a:t>
            </a:r>
            <a:r>
              <a:rPr lang="pt-BR" sz="1400" dirty="0">
                <a:solidFill>
                  <a:srgbClr val="000000"/>
                </a:solidFill>
              </a:rPr>
              <a:t>, Coso, </a:t>
            </a:r>
            <a:r>
              <a:rPr lang="pt-BR" sz="1400" dirty="0" err="1">
                <a:solidFill>
                  <a:srgbClr val="000000"/>
                </a:solidFill>
              </a:rPr>
              <a:t>Cobit</a:t>
            </a:r>
            <a:r>
              <a:rPr lang="pt-BR" sz="1400" dirty="0">
                <a:solidFill>
                  <a:srgbClr val="000000"/>
                </a:solidFill>
              </a:rPr>
              <a:t>, CFC, CGU, ISO, ABNT)</a:t>
            </a:r>
          </a:p>
          <a:p>
            <a:pPr marL="180975" lvl="0"/>
            <a:r>
              <a:rPr lang="pt-BR" sz="1400" dirty="0">
                <a:solidFill>
                  <a:srgbClr val="000000"/>
                </a:solidFill>
              </a:rPr>
              <a:t>Estatuto de Controle Interno </a:t>
            </a:r>
          </a:p>
          <a:p>
            <a:pPr marL="180975" lvl="0"/>
            <a:r>
              <a:rPr lang="pt-BR" sz="1400" dirty="0" smtClean="0">
                <a:solidFill>
                  <a:srgbClr val="000000"/>
                </a:solidFill>
              </a:rPr>
              <a:t>Manual de Auditoria da </a:t>
            </a:r>
            <a:r>
              <a:rPr lang="pt-BR" sz="1400" dirty="0" err="1" smtClean="0">
                <a:solidFill>
                  <a:srgbClr val="000000"/>
                </a:solidFill>
              </a:rPr>
              <a:t>Secin</a:t>
            </a:r>
            <a:endParaRPr lang="pt-BR" sz="1400" dirty="0">
              <a:solidFill>
                <a:srgbClr val="000000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863595" y="2608877"/>
            <a:ext cx="1794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</a:rPr>
              <a:t>REGULADORES</a:t>
            </a:r>
            <a:endParaRPr lang="pt-B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etângulo de cantos arredondados 9"/>
          <p:cNvSpPr/>
          <p:nvPr/>
        </p:nvSpPr>
        <p:spPr>
          <a:xfrm>
            <a:off x="790222" y="5448301"/>
            <a:ext cx="11012938" cy="8986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90488" lvl="0" indent="1974850"/>
            <a:r>
              <a:rPr lang="pt-BR" sz="1400" dirty="0" smtClean="0">
                <a:solidFill>
                  <a:srgbClr val="000000"/>
                </a:solidFill>
              </a:rPr>
              <a:t>Equipe </a:t>
            </a:r>
            <a:r>
              <a:rPr lang="pt-BR" sz="1400" dirty="0">
                <a:solidFill>
                  <a:srgbClr val="000000"/>
                </a:solidFill>
              </a:rPr>
              <a:t>de trabalho</a:t>
            </a:r>
          </a:p>
          <a:p>
            <a:pPr marL="90488" lvl="0" indent="1974850"/>
            <a:r>
              <a:rPr lang="pt-BR" sz="1400" dirty="0" smtClean="0">
                <a:solidFill>
                  <a:srgbClr val="000000"/>
                </a:solidFill>
              </a:rPr>
              <a:t>Especialista externo </a:t>
            </a:r>
          </a:p>
          <a:p>
            <a:pPr marL="90488" lvl="0" indent="1974850"/>
            <a:r>
              <a:rPr lang="pt-BR" sz="1400" dirty="0" smtClean="0">
                <a:solidFill>
                  <a:srgbClr val="000000"/>
                </a:solidFill>
              </a:rPr>
              <a:t>Sicoi, ferramentas </a:t>
            </a:r>
            <a:r>
              <a:rPr lang="pt-BR" sz="1400" dirty="0">
                <a:solidFill>
                  <a:srgbClr val="000000"/>
                </a:solidFill>
              </a:rPr>
              <a:t>de </a:t>
            </a:r>
            <a:r>
              <a:rPr lang="pt-BR" sz="1400" dirty="0" smtClean="0">
                <a:solidFill>
                  <a:srgbClr val="000000"/>
                </a:solidFill>
              </a:rPr>
              <a:t>TIC</a:t>
            </a:r>
            <a:endParaRPr lang="pt-BR" sz="1400" dirty="0">
              <a:solidFill>
                <a:srgbClr val="000000"/>
              </a:solidFill>
            </a:endParaRPr>
          </a:p>
          <a:p>
            <a:pPr marL="90488"/>
            <a:endParaRPr lang="pt-BR" sz="1400" dirty="0" smtClean="0">
              <a:solidFill>
                <a:srgbClr val="000000"/>
              </a:solidFill>
            </a:endParaRPr>
          </a:p>
          <a:p>
            <a:pPr marL="90488"/>
            <a:r>
              <a:rPr lang="pt-BR" sz="1400" dirty="0" smtClean="0">
                <a:solidFill>
                  <a:srgbClr val="000000"/>
                </a:solidFill>
              </a:rPr>
              <a:t>Bibliotecas </a:t>
            </a:r>
            <a:r>
              <a:rPr lang="pt-BR" sz="1400" dirty="0">
                <a:solidFill>
                  <a:srgbClr val="000000"/>
                </a:solidFill>
              </a:rPr>
              <a:t>de auditoria (ações de </a:t>
            </a:r>
            <a:r>
              <a:rPr lang="pt-BR" sz="1400" dirty="0" smtClean="0">
                <a:solidFill>
                  <a:srgbClr val="000000"/>
                </a:solidFill>
              </a:rPr>
              <a:t>auditoria, </a:t>
            </a:r>
            <a:r>
              <a:rPr lang="pt-BR" sz="1400" dirty="0">
                <a:solidFill>
                  <a:srgbClr val="000000"/>
                </a:solidFill>
              </a:rPr>
              <a:t>riscos e controles, programas de auditoria) </a:t>
            </a:r>
          </a:p>
          <a:p>
            <a:pPr marL="90488" lvl="0"/>
            <a:r>
              <a:rPr lang="pt-BR" sz="1400" dirty="0" smtClean="0">
                <a:solidFill>
                  <a:srgbClr val="000000"/>
                </a:solidFill>
              </a:rPr>
              <a:t>Sistemas </a:t>
            </a:r>
            <a:r>
              <a:rPr lang="pt-BR" sz="1400" dirty="0">
                <a:solidFill>
                  <a:srgbClr val="000000"/>
                </a:solidFill>
              </a:rPr>
              <a:t>transacionais (</a:t>
            </a:r>
            <a:r>
              <a:rPr lang="pt-BR" sz="1400" dirty="0" err="1">
                <a:solidFill>
                  <a:srgbClr val="000000"/>
                </a:solidFill>
              </a:rPr>
              <a:t>Siafi</a:t>
            </a:r>
            <a:r>
              <a:rPr lang="pt-BR" sz="1400" dirty="0">
                <a:solidFill>
                  <a:srgbClr val="000000"/>
                </a:solidFill>
              </a:rPr>
              <a:t>, Sigmas, </a:t>
            </a:r>
            <a:r>
              <a:rPr lang="pt-BR" sz="1400" dirty="0" err="1">
                <a:solidFill>
                  <a:srgbClr val="000000"/>
                </a:solidFill>
              </a:rPr>
              <a:t>Sigesp</a:t>
            </a:r>
            <a:r>
              <a:rPr lang="pt-BR" sz="1400" dirty="0">
                <a:solidFill>
                  <a:srgbClr val="000000"/>
                </a:solidFill>
              </a:rPr>
              <a:t>, </a:t>
            </a:r>
            <a:r>
              <a:rPr lang="pt-BR" sz="1400" dirty="0" err="1">
                <a:solidFill>
                  <a:srgbClr val="000000"/>
                </a:solidFill>
              </a:rPr>
              <a:t>Siorc</a:t>
            </a:r>
            <a:r>
              <a:rPr lang="pt-BR" sz="1400" dirty="0">
                <a:solidFill>
                  <a:srgbClr val="000000"/>
                </a:solidFill>
              </a:rPr>
              <a:t> e outros</a:t>
            </a:r>
            <a:r>
              <a:rPr lang="pt-BR" sz="1400" dirty="0" smtClean="0">
                <a:solidFill>
                  <a:srgbClr val="000000"/>
                </a:solidFill>
              </a:rPr>
              <a:t>)</a:t>
            </a:r>
            <a:endParaRPr lang="pt-BR" sz="1400" dirty="0">
              <a:solidFill>
                <a:srgbClr val="00000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863595" y="5574456"/>
            <a:ext cx="1794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2">
                    <a:lumMod val="50000"/>
                  </a:schemeClr>
                </a:solidFill>
              </a:rPr>
              <a:t>RECURSOS DE SUPORTE</a:t>
            </a:r>
            <a:endParaRPr lang="pt-BR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824087" y="6434640"/>
            <a:ext cx="5452535" cy="4361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065338"/>
            <a:endParaRPr lang="pt-BR" sz="1600" dirty="0">
              <a:solidFill>
                <a:srgbClr val="000000"/>
              </a:solidFill>
            </a:endParaRPr>
          </a:p>
          <a:p>
            <a:pPr marL="2065338"/>
            <a:r>
              <a:rPr lang="pt-BR" sz="1400" dirty="0" smtClean="0">
                <a:solidFill>
                  <a:srgbClr val="000000"/>
                </a:solidFill>
              </a:rPr>
              <a:t>Primeira </a:t>
            </a:r>
            <a:r>
              <a:rPr lang="pt-BR" sz="1400" dirty="0" smtClean="0">
                <a:solidFill>
                  <a:srgbClr val="000000"/>
                </a:solidFill>
              </a:rPr>
              <a:t>reunião de planejamento da auditoria</a:t>
            </a:r>
            <a:endParaRPr lang="pt-BR" sz="1400" dirty="0">
              <a:solidFill>
                <a:srgbClr val="000000"/>
              </a:solidFill>
            </a:endParaRPr>
          </a:p>
          <a:p>
            <a:pPr marL="271463" lvl="0" indent="2062163"/>
            <a:endParaRPr lang="pt-BR" sz="1600" dirty="0">
              <a:solidFill>
                <a:srgbClr val="000000"/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6378221" y="6434640"/>
            <a:ext cx="5413285" cy="42335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2333625"/>
            <a:endParaRPr lang="pt-BR" sz="1600" dirty="0" smtClean="0">
              <a:solidFill>
                <a:srgbClr val="000000"/>
              </a:solidFill>
            </a:endParaRPr>
          </a:p>
          <a:p>
            <a:r>
              <a:rPr lang="pt-BR" b="1" dirty="0" smtClean="0">
                <a:solidFill>
                  <a:schemeClr val="bg2">
                    <a:lumMod val="50000"/>
                  </a:schemeClr>
                </a:solidFill>
              </a:rPr>
              <a:t>EVENTO </a:t>
            </a:r>
            <a:r>
              <a:rPr lang="pt-BR" b="1" dirty="0">
                <a:solidFill>
                  <a:schemeClr val="bg2">
                    <a:lumMod val="50000"/>
                  </a:schemeClr>
                </a:solidFill>
              </a:rPr>
              <a:t>DE </a:t>
            </a:r>
            <a:r>
              <a:rPr lang="pt-BR" b="1" dirty="0" smtClean="0">
                <a:solidFill>
                  <a:schemeClr val="bg2">
                    <a:lumMod val="50000"/>
                  </a:schemeClr>
                </a:solidFill>
              </a:rPr>
              <a:t>FIM      </a:t>
            </a:r>
            <a:r>
              <a:rPr lang="pt-BR" sz="1400" dirty="0" smtClean="0">
                <a:solidFill>
                  <a:srgbClr val="000000"/>
                </a:solidFill>
              </a:rPr>
              <a:t>Testes e </a:t>
            </a:r>
            <a:r>
              <a:rPr lang="pt-BR" sz="1400" dirty="0" smtClean="0">
                <a:solidFill>
                  <a:srgbClr val="000000"/>
                </a:solidFill>
              </a:rPr>
              <a:t>procedimentos de auditoria definidos</a:t>
            </a:r>
          </a:p>
          <a:p>
            <a:pPr lvl="0" indent="2333625"/>
            <a:endParaRPr lang="pt-BR" sz="1600" dirty="0">
              <a:solidFill>
                <a:srgbClr val="000000"/>
              </a:solidFill>
            </a:endParaRP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778568" y="1460890"/>
            <a:ext cx="11012938" cy="72824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97150" indent="-2597150"/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</a:rPr>
              <a:t>OBJETIVO DO SUBPROCESSO     </a:t>
            </a:r>
            <a:r>
              <a:rPr lang="pt-BR" sz="1400" dirty="0" smtClean="0">
                <a:solidFill>
                  <a:srgbClr val="000000"/>
                </a:solidFill>
              </a:rPr>
              <a:t>Estabelecer a estratégia e a programação do trabalho de auditoria. </a:t>
            </a:r>
            <a:endParaRPr lang="pt-BR" sz="1400" dirty="0">
              <a:solidFill>
                <a:srgbClr val="000000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824087" y="6476412"/>
            <a:ext cx="2359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</a:rPr>
              <a:t>EVENTO DE INÍCIO</a:t>
            </a:r>
          </a:p>
        </p:txBody>
      </p:sp>
    </p:spTree>
    <p:extLst>
      <p:ext uri="{BB962C8B-B14F-4D97-AF65-F5344CB8AC3E}">
        <p14:creationId xmlns:p14="http://schemas.microsoft.com/office/powerpoint/2010/main" val="249164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Subprocesso Planejar Auditoria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725703223"/>
              </p:ext>
            </p:extLst>
          </p:nvPr>
        </p:nvGraphicFramePr>
        <p:xfrm>
          <a:off x="745067" y="1546578"/>
          <a:ext cx="8128000" cy="4862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CaixaDeTexto 9"/>
          <p:cNvSpPr txBox="1"/>
          <p:nvPr/>
        </p:nvSpPr>
        <p:spPr>
          <a:xfrm>
            <a:off x="8231291" y="1182925"/>
            <a:ext cx="6321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√</a:t>
            </a:r>
            <a:endParaRPr lang="pt-BR" sz="8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3856000" y="1182924"/>
            <a:ext cx="6321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√</a:t>
            </a:r>
            <a:endParaRPr lang="pt-BR" sz="8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247833" y="2909656"/>
            <a:ext cx="2804208" cy="1409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pt-BR" sz="20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Os reguladores e recursos de suporte são os mesmos do processo principal? </a:t>
            </a:r>
            <a:endParaRPr lang="pt-BR" sz="2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72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Subprocesso Planejar Auditoria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391949236"/>
              </p:ext>
            </p:extLst>
          </p:nvPr>
        </p:nvGraphicFramePr>
        <p:xfrm>
          <a:off x="745066" y="1546578"/>
          <a:ext cx="11058093" cy="4955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586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5091289" y="629893"/>
            <a:ext cx="6711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Diagrama de Escopo do Subprocesso Executar Auditoria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2648812366"/>
              </p:ext>
            </p:extLst>
          </p:nvPr>
        </p:nvGraphicFramePr>
        <p:xfrm>
          <a:off x="767644" y="3397956"/>
          <a:ext cx="11012938" cy="1971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etângulo de cantos arredondados 7"/>
          <p:cNvSpPr/>
          <p:nvPr/>
        </p:nvSpPr>
        <p:spPr>
          <a:xfrm>
            <a:off x="767644" y="2267799"/>
            <a:ext cx="11023862" cy="11092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180975" lvl="0" indent="1884363"/>
            <a:r>
              <a:rPr lang="pt-BR" sz="1400" dirty="0">
                <a:solidFill>
                  <a:srgbClr val="000000"/>
                </a:solidFill>
              </a:rPr>
              <a:t>Legislação aplicável (CF88, LGPD, LAI, 		      Res. 69/1994 e AM 133/2016)</a:t>
            </a:r>
          </a:p>
          <a:p>
            <a:pPr marL="180975" lvl="0" indent="1884363"/>
            <a:r>
              <a:rPr lang="pt-BR" sz="1400" dirty="0">
                <a:solidFill>
                  <a:srgbClr val="000000"/>
                </a:solidFill>
              </a:rPr>
              <a:t>Normas e padrões de auditoria </a:t>
            </a:r>
          </a:p>
          <a:p>
            <a:pPr marL="180975" lvl="0" indent="1884363"/>
            <a:r>
              <a:rPr lang="pt-BR" sz="1400" dirty="0">
                <a:solidFill>
                  <a:srgbClr val="000000"/>
                </a:solidFill>
              </a:rPr>
              <a:t>(IIA, TCU)</a:t>
            </a:r>
          </a:p>
          <a:p>
            <a:pPr marL="180975" lvl="0"/>
            <a:endParaRPr lang="pt-BR" sz="1600" dirty="0">
              <a:solidFill>
                <a:srgbClr val="000000"/>
              </a:solidFill>
            </a:endParaRPr>
          </a:p>
          <a:p>
            <a:pPr marL="180975" lvl="0"/>
            <a:r>
              <a:rPr lang="pt-BR" sz="1400" dirty="0">
                <a:solidFill>
                  <a:srgbClr val="000000"/>
                </a:solidFill>
              </a:rPr>
              <a:t>Boas práticas da atividade de auditoria (</a:t>
            </a:r>
            <a:r>
              <a:rPr lang="pt-BR" sz="1400" dirty="0" err="1">
                <a:solidFill>
                  <a:srgbClr val="000000"/>
                </a:solidFill>
              </a:rPr>
              <a:t>Intosai</a:t>
            </a:r>
            <a:r>
              <a:rPr lang="pt-BR" sz="1400" dirty="0">
                <a:solidFill>
                  <a:srgbClr val="000000"/>
                </a:solidFill>
              </a:rPr>
              <a:t>, Coso, </a:t>
            </a:r>
            <a:r>
              <a:rPr lang="pt-BR" sz="1400" dirty="0" err="1">
                <a:solidFill>
                  <a:srgbClr val="000000"/>
                </a:solidFill>
              </a:rPr>
              <a:t>Cobit</a:t>
            </a:r>
            <a:r>
              <a:rPr lang="pt-BR" sz="1400" dirty="0">
                <a:solidFill>
                  <a:srgbClr val="000000"/>
                </a:solidFill>
              </a:rPr>
              <a:t>, CFC, CGU, ISO, ABNT)</a:t>
            </a:r>
          </a:p>
          <a:p>
            <a:pPr marL="180975" lvl="0"/>
            <a:r>
              <a:rPr lang="pt-BR" sz="1400" dirty="0">
                <a:solidFill>
                  <a:srgbClr val="000000"/>
                </a:solidFill>
              </a:rPr>
              <a:t>Estatuto de Controle Interno </a:t>
            </a:r>
          </a:p>
          <a:p>
            <a:pPr marL="180975" lvl="0"/>
            <a:r>
              <a:rPr lang="pt-BR" sz="1400" dirty="0" smtClean="0">
                <a:solidFill>
                  <a:srgbClr val="000000"/>
                </a:solidFill>
              </a:rPr>
              <a:t>Manual de Auditoria da </a:t>
            </a:r>
            <a:r>
              <a:rPr lang="pt-BR" sz="1400" dirty="0" err="1" smtClean="0">
                <a:solidFill>
                  <a:srgbClr val="000000"/>
                </a:solidFill>
              </a:rPr>
              <a:t>Secin</a:t>
            </a:r>
            <a:endParaRPr lang="pt-BR" sz="1400" dirty="0">
              <a:solidFill>
                <a:srgbClr val="000000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863595" y="2608877"/>
            <a:ext cx="1794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</a:rPr>
              <a:t>REGULADORES</a:t>
            </a:r>
            <a:endParaRPr lang="pt-B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etângulo de cantos arredondados 9"/>
          <p:cNvSpPr/>
          <p:nvPr/>
        </p:nvSpPr>
        <p:spPr>
          <a:xfrm>
            <a:off x="790222" y="5448301"/>
            <a:ext cx="11012938" cy="8986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90488" lvl="0" indent="1974850"/>
            <a:r>
              <a:rPr lang="pt-BR" sz="1400" dirty="0" smtClean="0">
                <a:solidFill>
                  <a:srgbClr val="000000"/>
                </a:solidFill>
              </a:rPr>
              <a:t>Equipe </a:t>
            </a:r>
            <a:r>
              <a:rPr lang="pt-BR" sz="1400" dirty="0">
                <a:solidFill>
                  <a:srgbClr val="000000"/>
                </a:solidFill>
              </a:rPr>
              <a:t>de trabalho</a:t>
            </a:r>
          </a:p>
          <a:p>
            <a:pPr marL="90488" lvl="0" indent="1974850"/>
            <a:r>
              <a:rPr lang="pt-BR" sz="1400" dirty="0" smtClean="0">
                <a:solidFill>
                  <a:srgbClr val="000000"/>
                </a:solidFill>
              </a:rPr>
              <a:t>Especialista externo </a:t>
            </a:r>
          </a:p>
          <a:p>
            <a:pPr marL="90488" lvl="0" indent="1974850"/>
            <a:r>
              <a:rPr lang="pt-BR" sz="1400" dirty="0" smtClean="0">
                <a:solidFill>
                  <a:srgbClr val="000000"/>
                </a:solidFill>
              </a:rPr>
              <a:t>Sicoi, ferramentas </a:t>
            </a:r>
            <a:r>
              <a:rPr lang="pt-BR" sz="1400" dirty="0">
                <a:solidFill>
                  <a:srgbClr val="000000"/>
                </a:solidFill>
              </a:rPr>
              <a:t>de </a:t>
            </a:r>
            <a:r>
              <a:rPr lang="pt-BR" sz="1400" dirty="0" smtClean="0">
                <a:solidFill>
                  <a:srgbClr val="000000"/>
                </a:solidFill>
              </a:rPr>
              <a:t>TIC</a:t>
            </a:r>
            <a:endParaRPr lang="pt-BR" sz="1400" dirty="0">
              <a:solidFill>
                <a:srgbClr val="000000"/>
              </a:solidFill>
            </a:endParaRPr>
          </a:p>
          <a:p>
            <a:pPr marL="90488"/>
            <a:endParaRPr lang="pt-BR" sz="1400" dirty="0" smtClean="0">
              <a:solidFill>
                <a:srgbClr val="000000"/>
              </a:solidFill>
            </a:endParaRPr>
          </a:p>
          <a:p>
            <a:pPr marL="90488"/>
            <a:r>
              <a:rPr lang="pt-BR" sz="1400" dirty="0" smtClean="0">
                <a:solidFill>
                  <a:srgbClr val="000000"/>
                </a:solidFill>
              </a:rPr>
              <a:t>Bibliotecas </a:t>
            </a:r>
            <a:r>
              <a:rPr lang="pt-BR" sz="1400" dirty="0">
                <a:solidFill>
                  <a:srgbClr val="000000"/>
                </a:solidFill>
              </a:rPr>
              <a:t>de auditoria (ações de </a:t>
            </a:r>
            <a:r>
              <a:rPr lang="pt-BR" sz="1400" dirty="0" smtClean="0">
                <a:solidFill>
                  <a:srgbClr val="000000"/>
                </a:solidFill>
              </a:rPr>
              <a:t>auditoria, </a:t>
            </a:r>
            <a:r>
              <a:rPr lang="pt-BR" sz="1400" dirty="0">
                <a:solidFill>
                  <a:srgbClr val="000000"/>
                </a:solidFill>
              </a:rPr>
              <a:t>riscos e controles, programas de auditoria) </a:t>
            </a:r>
          </a:p>
          <a:p>
            <a:pPr marL="90488" lvl="0"/>
            <a:r>
              <a:rPr lang="pt-BR" sz="1400" dirty="0" smtClean="0">
                <a:solidFill>
                  <a:srgbClr val="000000"/>
                </a:solidFill>
              </a:rPr>
              <a:t>Sistemas </a:t>
            </a:r>
            <a:r>
              <a:rPr lang="pt-BR" sz="1400" dirty="0">
                <a:solidFill>
                  <a:srgbClr val="000000"/>
                </a:solidFill>
              </a:rPr>
              <a:t>transacionais (</a:t>
            </a:r>
            <a:r>
              <a:rPr lang="pt-BR" sz="1400" dirty="0" err="1">
                <a:solidFill>
                  <a:srgbClr val="000000"/>
                </a:solidFill>
              </a:rPr>
              <a:t>Siafi</a:t>
            </a:r>
            <a:r>
              <a:rPr lang="pt-BR" sz="1400" dirty="0">
                <a:solidFill>
                  <a:srgbClr val="000000"/>
                </a:solidFill>
              </a:rPr>
              <a:t>, Sigmas, </a:t>
            </a:r>
            <a:r>
              <a:rPr lang="pt-BR" sz="1400" dirty="0" err="1">
                <a:solidFill>
                  <a:srgbClr val="000000"/>
                </a:solidFill>
              </a:rPr>
              <a:t>Sigesp</a:t>
            </a:r>
            <a:r>
              <a:rPr lang="pt-BR" sz="1400" dirty="0">
                <a:solidFill>
                  <a:srgbClr val="000000"/>
                </a:solidFill>
              </a:rPr>
              <a:t>, </a:t>
            </a:r>
            <a:r>
              <a:rPr lang="pt-BR" sz="1400" dirty="0" err="1">
                <a:solidFill>
                  <a:srgbClr val="000000"/>
                </a:solidFill>
              </a:rPr>
              <a:t>Siorc</a:t>
            </a:r>
            <a:r>
              <a:rPr lang="pt-BR" sz="1400" dirty="0">
                <a:solidFill>
                  <a:srgbClr val="000000"/>
                </a:solidFill>
              </a:rPr>
              <a:t> e outros</a:t>
            </a:r>
            <a:r>
              <a:rPr lang="pt-BR" sz="1400" dirty="0" smtClean="0">
                <a:solidFill>
                  <a:srgbClr val="000000"/>
                </a:solidFill>
              </a:rPr>
              <a:t>)</a:t>
            </a:r>
            <a:endParaRPr lang="pt-BR" sz="1400" dirty="0">
              <a:solidFill>
                <a:srgbClr val="00000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863595" y="5574456"/>
            <a:ext cx="1794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2">
                    <a:lumMod val="50000"/>
                  </a:schemeClr>
                </a:solidFill>
              </a:rPr>
              <a:t>RECURSOS DE SUPORTE</a:t>
            </a:r>
            <a:endParaRPr lang="pt-BR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824087" y="6434640"/>
            <a:ext cx="5452535" cy="4361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2333625"/>
            <a:endParaRPr lang="pt-BR" sz="1600" dirty="0" smtClean="0">
              <a:solidFill>
                <a:srgbClr val="000000"/>
              </a:solidFill>
            </a:endParaRPr>
          </a:p>
          <a:p>
            <a:pPr marL="2065338"/>
            <a:r>
              <a:rPr lang="pt-BR" sz="1400" dirty="0" smtClean="0">
                <a:solidFill>
                  <a:srgbClr val="000000"/>
                </a:solidFill>
              </a:rPr>
              <a:t>Executar </a:t>
            </a:r>
            <a:r>
              <a:rPr lang="pt-BR" sz="1400" dirty="0" smtClean="0">
                <a:solidFill>
                  <a:srgbClr val="000000"/>
                </a:solidFill>
              </a:rPr>
              <a:t>programação </a:t>
            </a:r>
            <a:r>
              <a:rPr lang="pt-BR" sz="1400" dirty="0" smtClean="0">
                <a:solidFill>
                  <a:srgbClr val="000000"/>
                </a:solidFill>
              </a:rPr>
              <a:t>de auditoria</a:t>
            </a:r>
            <a:endParaRPr lang="pt-BR" sz="1400" dirty="0">
              <a:solidFill>
                <a:srgbClr val="000000"/>
              </a:solidFill>
            </a:endParaRPr>
          </a:p>
          <a:p>
            <a:pPr marL="271463" lvl="0" indent="2062163"/>
            <a:endParaRPr lang="pt-BR" sz="1600" dirty="0">
              <a:solidFill>
                <a:srgbClr val="000000"/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6378221" y="6434640"/>
            <a:ext cx="5413285" cy="42335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2333625"/>
            <a:endParaRPr lang="pt-BR" sz="1600" dirty="0" smtClean="0">
              <a:solidFill>
                <a:srgbClr val="000000"/>
              </a:solidFill>
            </a:endParaRPr>
          </a:p>
          <a:p>
            <a:r>
              <a:rPr lang="pt-BR" b="1" dirty="0" smtClean="0">
                <a:solidFill>
                  <a:schemeClr val="bg2">
                    <a:lumMod val="50000"/>
                  </a:schemeClr>
                </a:solidFill>
              </a:rPr>
              <a:t>EVENTO </a:t>
            </a:r>
            <a:r>
              <a:rPr lang="pt-BR" b="1" dirty="0">
                <a:solidFill>
                  <a:schemeClr val="bg2">
                    <a:lumMod val="50000"/>
                  </a:schemeClr>
                </a:solidFill>
              </a:rPr>
              <a:t>DE </a:t>
            </a:r>
            <a:r>
              <a:rPr lang="pt-BR" b="1" dirty="0" smtClean="0">
                <a:solidFill>
                  <a:schemeClr val="bg2">
                    <a:lumMod val="50000"/>
                  </a:schemeClr>
                </a:solidFill>
              </a:rPr>
              <a:t>FIM      </a:t>
            </a:r>
            <a:r>
              <a:rPr lang="pt-BR" dirty="0" smtClean="0">
                <a:solidFill>
                  <a:schemeClr val="bg2">
                    <a:lumMod val="50000"/>
                  </a:schemeClr>
                </a:solidFill>
              </a:rPr>
              <a:t>    </a:t>
            </a:r>
            <a:r>
              <a:rPr lang="pt-BR" sz="1400" dirty="0" smtClean="0">
                <a:solidFill>
                  <a:srgbClr val="000000"/>
                </a:solidFill>
              </a:rPr>
              <a:t>Conclusão </a:t>
            </a:r>
            <a:r>
              <a:rPr lang="pt-BR" sz="1400" smtClean="0">
                <a:solidFill>
                  <a:srgbClr val="000000"/>
                </a:solidFill>
              </a:rPr>
              <a:t>do auditor/equipe </a:t>
            </a:r>
            <a:r>
              <a:rPr lang="pt-BR" sz="1400" dirty="0" smtClean="0">
                <a:solidFill>
                  <a:srgbClr val="000000"/>
                </a:solidFill>
              </a:rPr>
              <a:t>formada</a:t>
            </a:r>
          </a:p>
          <a:p>
            <a:pPr lvl="0" indent="2333625"/>
            <a:endParaRPr lang="pt-BR" sz="1600" dirty="0">
              <a:solidFill>
                <a:srgbClr val="000000"/>
              </a:solidFill>
            </a:endParaRP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778568" y="1460890"/>
            <a:ext cx="11012938" cy="72824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97150" indent="-2597150"/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</a:rPr>
              <a:t>OBJETIVO DO SUBPROCESSO     </a:t>
            </a:r>
            <a:r>
              <a:rPr lang="pt-BR" sz="1400" dirty="0" smtClean="0">
                <a:solidFill>
                  <a:srgbClr val="000000"/>
                </a:solidFill>
              </a:rPr>
              <a:t>Executar a programação do trabalho de auditoria. </a:t>
            </a:r>
            <a:endParaRPr lang="pt-BR" sz="1400" dirty="0">
              <a:solidFill>
                <a:srgbClr val="000000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824087" y="6476412"/>
            <a:ext cx="2359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</a:rPr>
              <a:t>EVENTO DE INÍCIO</a:t>
            </a:r>
          </a:p>
        </p:txBody>
      </p:sp>
    </p:spTree>
    <p:extLst>
      <p:ext uri="{BB962C8B-B14F-4D97-AF65-F5344CB8AC3E}">
        <p14:creationId xmlns:p14="http://schemas.microsoft.com/office/powerpoint/2010/main" val="173322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Subprocesso Executar Auditoria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909167502"/>
              </p:ext>
            </p:extLst>
          </p:nvPr>
        </p:nvGraphicFramePr>
        <p:xfrm>
          <a:off x="745067" y="1546578"/>
          <a:ext cx="8128000" cy="4862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CaixaDeTexto 9"/>
          <p:cNvSpPr txBox="1"/>
          <p:nvPr/>
        </p:nvSpPr>
        <p:spPr>
          <a:xfrm>
            <a:off x="8231291" y="1182925"/>
            <a:ext cx="6321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√</a:t>
            </a:r>
            <a:endParaRPr lang="pt-BR" sz="8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3856000" y="1182924"/>
            <a:ext cx="6321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√</a:t>
            </a:r>
            <a:endParaRPr lang="pt-BR" sz="8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387792" y="3796064"/>
            <a:ext cx="2804208" cy="1409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pt-BR" sz="20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Os reguladores e recursos de suporte são os mesmos do processo principal? </a:t>
            </a:r>
            <a:endParaRPr lang="pt-BR" sz="2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Elipse 7"/>
          <p:cNvSpPr/>
          <p:nvPr/>
        </p:nvSpPr>
        <p:spPr>
          <a:xfrm>
            <a:off x="9387792" y="1538286"/>
            <a:ext cx="2212622" cy="2164470"/>
          </a:xfrm>
          <a:prstGeom prst="ellipse">
            <a:avLst/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2700" prstMaterial="flat">
            <a:bevelT w="177800" h="254000"/>
            <a:bevelB w="1524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711632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Subprocesso Executar Auditoria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3913759744"/>
              </p:ext>
            </p:extLst>
          </p:nvPr>
        </p:nvGraphicFramePr>
        <p:xfrm>
          <a:off x="745066" y="1546578"/>
          <a:ext cx="11058093" cy="4955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752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5091289" y="629893"/>
            <a:ext cx="6711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Diagrama de Escopo do Subprocesso Comunicar Resultados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40058191"/>
              </p:ext>
            </p:extLst>
          </p:nvPr>
        </p:nvGraphicFramePr>
        <p:xfrm>
          <a:off x="767644" y="3397956"/>
          <a:ext cx="11012938" cy="1971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etângulo de cantos arredondados 7"/>
          <p:cNvSpPr/>
          <p:nvPr/>
        </p:nvSpPr>
        <p:spPr>
          <a:xfrm>
            <a:off x="767644" y="2267799"/>
            <a:ext cx="11023862" cy="11092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180975" lvl="0" indent="1884363"/>
            <a:r>
              <a:rPr lang="pt-BR" sz="1400" dirty="0">
                <a:solidFill>
                  <a:srgbClr val="000000"/>
                </a:solidFill>
              </a:rPr>
              <a:t>Legislação aplicável (CF88, LGPD, LAI, 		      Res. 69/1994 e AM 133/2016)</a:t>
            </a:r>
          </a:p>
          <a:p>
            <a:pPr marL="180975" lvl="0" indent="1884363"/>
            <a:r>
              <a:rPr lang="pt-BR" sz="1400" dirty="0">
                <a:solidFill>
                  <a:srgbClr val="000000"/>
                </a:solidFill>
              </a:rPr>
              <a:t>Normas e padrões de auditoria </a:t>
            </a:r>
          </a:p>
          <a:p>
            <a:pPr marL="180975" lvl="0" indent="1884363"/>
            <a:r>
              <a:rPr lang="pt-BR" sz="1400" dirty="0">
                <a:solidFill>
                  <a:srgbClr val="000000"/>
                </a:solidFill>
              </a:rPr>
              <a:t>(IIA, TCU)</a:t>
            </a:r>
          </a:p>
          <a:p>
            <a:pPr marL="180975" lvl="0"/>
            <a:endParaRPr lang="pt-BR" sz="1600" dirty="0">
              <a:solidFill>
                <a:srgbClr val="000000"/>
              </a:solidFill>
            </a:endParaRPr>
          </a:p>
          <a:p>
            <a:pPr marL="180975" lvl="0"/>
            <a:r>
              <a:rPr lang="pt-BR" sz="1400" dirty="0">
                <a:solidFill>
                  <a:srgbClr val="000000"/>
                </a:solidFill>
              </a:rPr>
              <a:t>Boas práticas da atividade de auditoria (</a:t>
            </a:r>
            <a:r>
              <a:rPr lang="pt-BR" sz="1400" dirty="0" err="1">
                <a:solidFill>
                  <a:srgbClr val="000000"/>
                </a:solidFill>
              </a:rPr>
              <a:t>Intosai</a:t>
            </a:r>
            <a:r>
              <a:rPr lang="pt-BR" sz="1400" dirty="0">
                <a:solidFill>
                  <a:srgbClr val="000000"/>
                </a:solidFill>
              </a:rPr>
              <a:t>, Coso, </a:t>
            </a:r>
            <a:r>
              <a:rPr lang="pt-BR" sz="1400" dirty="0" err="1">
                <a:solidFill>
                  <a:srgbClr val="000000"/>
                </a:solidFill>
              </a:rPr>
              <a:t>Cobit</a:t>
            </a:r>
            <a:r>
              <a:rPr lang="pt-BR" sz="1400" dirty="0">
                <a:solidFill>
                  <a:srgbClr val="000000"/>
                </a:solidFill>
              </a:rPr>
              <a:t>, CFC, CGU, ISO, ABNT)</a:t>
            </a:r>
          </a:p>
          <a:p>
            <a:pPr marL="180975" lvl="0"/>
            <a:r>
              <a:rPr lang="pt-BR" sz="1400" dirty="0">
                <a:solidFill>
                  <a:srgbClr val="000000"/>
                </a:solidFill>
              </a:rPr>
              <a:t>Estatuto de Controle Interno </a:t>
            </a:r>
          </a:p>
          <a:p>
            <a:pPr marL="180975" lvl="0"/>
            <a:r>
              <a:rPr lang="pt-BR" sz="1400" dirty="0" smtClean="0">
                <a:solidFill>
                  <a:srgbClr val="000000"/>
                </a:solidFill>
              </a:rPr>
              <a:t>Manual de Auditoria da </a:t>
            </a:r>
            <a:r>
              <a:rPr lang="pt-BR" sz="1400" dirty="0" err="1" smtClean="0">
                <a:solidFill>
                  <a:srgbClr val="000000"/>
                </a:solidFill>
              </a:rPr>
              <a:t>Secin</a:t>
            </a:r>
            <a:endParaRPr lang="pt-BR" sz="1400" dirty="0">
              <a:solidFill>
                <a:srgbClr val="000000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863595" y="2608877"/>
            <a:ext cx="1794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</a:rPr>
              <a:t>REGULADORES</a:t>
            </a:r>
            <a:endParaRPr lang="pt-B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etângulo de cantos arredondados 9"/>
          <p:cNvSpPr/>
          <p:nvPr/>
        </p:nvSpPr>
        <p:spPr>
          <a:xfrm>
            <a:off x="790222" y="5448301"/>
            <a:ext cx="11012938" cy="8986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90488" lvl="0" indent="1974850"/>
            <a:r>
              <a:rPr lang="pt-BR" sz="1400" dirty="0" smtClean="0">
                <a:solidFill>
                  <a:srgbClr val="000000"/>
                </a:solidFill>
              </a:rPr>
              <a:t>Equipe </a:t>
            </a:r>
            <a:r>
              <a:rPr lang="pt-BR" sz="1400" dirty="0">
                <a:solidFill>
                  <a:srgbClr val="000000"/>
                </a:solidFill>
              </a:rPr>
              <a:t>de trabalho</a:t>
            </a:r>
          </a:p>
          <a:p>
            <a:pPr marL="90488" lvl="0" indent="1974850"/>
            <a:r>
              <a:rPr lang="pt-BR" sz="1400" dirty="0" smtClean="0">
                <a:solidFill>
                  <a:srgbClr val="000000"/>
                </a:solidFill>
              </a:rPr>
              <a:t>Especialista externo </a:t>
            </a:r>
          </a:p>
          <a:p>
            <a:pPr marL="90488" lvl="0" indent="1974850"/>
            <a:r>
              <a:rPr lang="pt-BR" sz="1400" dirty="0" smtClean="0">
                <a:solidFill>
                  <a:srgbClr val="000000"/>
                </a:solidFill>
              </a:rPr>
              <a:t>Sicoi, ferramentas </a:t>
            </a:r>
            <a:r>
              <a:rPr lang="pt-BR" sz="1400" dirty="0">
                <a:solidFill>
                  <a:srgbClr val="000000"/>
                </a:solidFill>
              </a:rPr>
              <a:t>de </a:t>
            </a:r>
            <a:r>
              <a:rPr lang="pt-BR" sz="1400" dirty="0" smtClean="0">
                <a:solidFill>
                  <a:srgbClr val="000000"/>
                </a:solidFill>
              </a:rPr>
              <a:t>TIC</a:t>
            </a:r>
            <a:endParaRPr lang="pt-BR" sz="1400" dirty="0">
              <a:solidFill>
                <a:srgbClr val="000000"/>
              </a:solidFill>
            </a:endParaRPr>
          </a:p>
          <a:p>
            <a:pPr marL="90488"/>
            <a:endParaRPr lang="pt-BR" sz="1400" dirty="0" smtClean="0">
              <a:solidFill>
                <a:srgbClr val="000000"/>
              </a:solidFill>
            </a:endParaRPr>
          </a:p>
          <a:p>
            <a:pPr marL="90488"/>
            <a:r>
              <a:rPr lang="pt-BR" sz="1400" dirty="0" smtClean="0">
                <a:solidFill>
                  <a:srgbClr val="000000"/>
                </a:solidFill>
              </a:rPr>
              <a:t>Bibliotecas </a:t>
            </a:r>
            <a:r>
              <a:rPr lang="pt-BR" sz="1400" dirty="0">
                <a:solidFill>
                  <a:srgbClr val="000000"/>
                </a:solidFill>
              </a:rPr>
              <a:t>de auditoria (ações de </a:t>
            </a:r>
            <a:r>
              <a:rPr lang="pt-BR" sz="1400" dirty="0" smtClean="0">
                <a:solidFill>
                  <a:srgbClr val="000000"/>
                </a:solidFill>
              </a:rPr>
              <a:t>auditoria, </a:t>
            </a:r>
            <a:r>
              <a:rPr lang="pt-BR" sz="1400" dirty="0">
                <a:solidFill>
                  <a:srgbClr val="000000"/>
                </a:solidFill>
              </a:rPr>
              <a:t>riscos e controles, programas de auditoria) </a:t>
            </a:r>
          </a:p>
          <a:p>
            <a:pPr marL="90488" lvl="0"/>
            <a:r>
              <a:rPr lang="pt-BR" sz="1400" dirty="0" smtClean="0">
                <a:solidFill>
                  <a:srgbClr val="000000"/>
                </a:solidFill>
              </a:rPr>
              <a:t>Sistemas </a:t>
            </a:r>
            <a:r>
              <a:rPr lang="pt-BR" sz="1400" dirty="0">
                <a:solidFill>
                  <a:srgbClr val="000000"/>
                </a:solidFill>
              </a:rPr>
              <a:t>transacionais (</a:t>
            </a:r>
            <a:r>
              <a:rPr lang="pt-BR" sz="1400" dirty="0" err="1">
                <a:solidFill>
                  <a:srgbClr val="000000"/>
                </a:solidFill>
              </a:rPr>
              <a:t>Siafi</a:t>
            </a:r>
            <a:r>
              <a:rPr lang="pt-BR" sz="1400" dirty="0">
                <a:solidFill>
                  <a:srgbClr val="000000"/>
                </a:solidFill>
              </a:rPr>
              <a:t>, Sigmas, </a:t>
            </a:r>
            <a:r>
              <a:rPr lang="pt-BR" sz="1400" dirty="0" err="1">
                <a:solidFill>
                  <a:srgbClr val="000000"/>
                </a:solidFill>
              </a:rPr>
              <a:t>Sigesp</a:t>
            </a:r>
            <a:r>
              <a:rPr lang="pt-BR" sz="1400" dirty="0">
                <a:solidFill>
                  <a:srgbClr val="000000"/>
                </a:solidFill>
              </a:rPr>
              <a:t>, </a:t>
            </a:r>
            <a:r>
              <a:rPr lang="pt-BR" sz="1400" dirty="0" err="1">
                <a:solidFill>
                  <a:srgbClr val="000000"/>
                </a:solidFill>
              </a:rPr>
              <a:t>Siorc</a:t>
            </a:r>
            <a:r>
              <a:rPr lang="pt-BR" sz="1400" dirty="0">
                <a:solidFill>
                  <a:srgbClr val="000000"/>
                </a:solidFill>
              </a:rPr>
              <a:t> e outros</a:t>
            </a:r>
            <a:r>
              <a:rPr lang="pt-BR" sz="1400" dirty="0" smtClean="0">
                <a:solidFill>
                  <a:srgbClr val="000000"/>
                </a:solidFill>
              </a:rPr>
              <a:t>)</a:t>
            </a:r>
            <a:endParaRPr lang="pt-BR" sz="1400" dirty="0">
              <a:solidFill>
                <a:srgbClr val="00000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863595" y="5574456"/>
            <a:ext cx="1794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2">
                    <a:lumMod val="50000"/>
                  </a:schemeClr>
                </a:solidFill>
              </a:rPr>
              <a:t>RECURSOS DE SUPORTE</a:t>
            </a:r>
            <a:endParaRPr lang="pt-BR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824087" y="6434640"/>
            <a:ext cx="5452535" cy="4361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2333625"/>
            <a:endParaRPr lang="pt-BR" sz="1600" dirty="0" smtClean="0">
              <a:solidFill>
                <a:srgbClr val="000000"/>
              </a:solidFill>
            </a:endParaRPr>
          </a:p>
          <a:p>
            <a:pPr marL="2065338"/>
            <a:r>
              <a:rPr lang="pt-BR" sz="1400" dirty="0" smtClean="0">
                <a:solidFill>
                  <a:srgbClr val="000000"/>
                </a:solidFill>
              </a:rPr>
              <a:t>Aprovação da execução da auditoria</a:t>
            </a:r>
            <a:endParaRPr lang="pt-BR" sz="1400" dirty="0">
              <a:solidFill>
                <a:srgbClr val="000000"/>
              </a:solidFill>
            </a:endParaRPr>
          </a:p>
          <a:p>
            <a:pPr marL="271463" lvl="0" indent="2062163"/>
            <a:endParaRPr lang="pt-BR" sz="1600" dirty="0">
              <a:solidFill>
                <a:srgbClr val="000000"/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6378221" y="6434640"/>
            <a:ext cx="5413285" cy="42335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2333625"/>
            <a:endParaRPr lang="pt-BR" sz="1600" dirty="0" smtClean="0">
              <a:solidFill>
                <a:srgbClr val="000000"/>
              </a:solidFill>
            </a:endParaRPr>
          </a:p>
          <a:p>
            <a:r>
              <a:rPr lang="pt-BR" b="1" dirty="0" smtClean="0">
                <a:solidFill>
                  <a:schemeClr val="bg2">
                    <a:lumMod val="50000"/>
                  </a:schemeClr>
                </a:solidFill>
              </a:rPr>
              <a:t>EVENTO </a:t>
            </a:r>
            <a:r>
              <a:rPr lang="pt-BR" b="1" dirty="0">
                <a:solidFill>
                  <a:schemeClr val="bg2">
                    <a:lumMod val="50000"/>
                  </a:schemeClr>
                </a:solidFill>
              </a:rPr>
              <a:t>DE </a:t>
            </a:r>
            <a:r>
              <a:rPr lang="pt-BR" b="1" dirty="0" smtClean="0">
                <a:solidFill>
                  <a:schemeClr val="bg2">
                    <a:lumMod val="50000"/>
                  </a:schemeClr>
                </a:solidFill>
              </a:rPr>
              <a:t>FIM   </a:t>
            </a:r>
            <a:r>
              <a:rPr lang="pt-BR" sz="1400" dirty="0" smtClean="0">
                <a:solidFill>
                  <a:schemeClr val="tx1">
                    <a:lumMod val="50000"/>
                  </a:schemeClr>
                </a:solidFill>
              </a:rPr>
              <a:t> Relatório e Sumário Executivo de Auditoria 	                    encaminhados </a:t>
            </a:r>
            <a:r>
              <a:rPr lang="pt-BR" sz="1400" dirty="0" smtClean="0">
                <a:solidFill>
                  <a:schemeClr val="tx1">
                    <a:lumMod val="50000"/>
                  </a:schemeClr>
                </a:solidFill>
              </a:rPr>
              <a:t>à </a:t>
            </a:r>
            <a:r>
              <a:rPr lang="pt-BR" sz="1400" dirty="0" smtClean="0">
                <a:solidFill>
                  <a:schemeClr val="tx1">
                    <a:lumMod val="50000"/>
                  </a:schemeClr>
                </a:solidFill>
              </a:rPr>
              <a:t>autoridade competente</a:t>
            </a:r>
            <a:endParaRPr lang="pt-BR" sz="1400" dirty="0" smtClean="0">
              <a:solidFill>
                <a:schemeClr val="tx1">
                  <a:lumMod val="50000"/>
                </a:schemeClr>
              </a:solidFill>
            </a:endParaRPr>
          </a:p>
          <a:p>
            <a:pPr lvl="0" indent="2333625"/>
            <a:endParaRPr lang="pt-BR" sz="1600" dirty="0">
              <a:solidFill>
                <a:srgbClr val="000000"/>
              </a:solidFill>
            </a:endParaRP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778568" y="1460890"/>
            <a:ext cx="11012938" cy="72824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97150" indent="-2597150"/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</a:rPr>
              <a:t>OBJETIVO DO SUBPROCESSO     </a:t>
            </a:r>
            <a:r>
              <a:rPr lang="pt-BR" sz="1400" dirty="0" smtClean="0">
                <a:solidFill>
                  <a:srgbClr val="000000"/>
                </a:solidFill>
              </a:rPr>
              <a:t>Elaborar </a:t>
            </a:r>
            <a:r>
              <a:rPr lang="pt-BR" sz="1400" dirty="0" smtClean="0">
                <a:solidFill>
                  <a:srgbClr val="000000"/>
                </a:solidFill>
              </a:rPr>
              <a:t>a </a:t>
            </a:r>
            <a:r>
              <a:rPr lang="pt-BR" sz="1400" dirty="0" smtClean="0">
                <a:solidFill>
                  <a:srgbClr val="000000"/>
                </a:solidFill>
              </a:rPr>
              <a:t>comunicação dos resultados do </a:t>
            </a:r>
            <a:r>
              <a:rPr lang="pt-BR" sz="1400" dirty="0" smtClean="0">
                <a:solidFill>
                  <a:srgbClr val="000000"/>
                </a:solidFill>
              </a:rPr>
              <a:t>trabalho de auditoria. </a:t>
            </a:r>
            <a:endParaRPr lang="pt-BR" sz="1400" dirty="0">
              <a:solidFill>
                <a:srgbClr val="000000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824087" y="6476412"/>
            <a:ext cx="2359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</a:rPr>
              <a:t>EVENTO DE INÍCIO</a:t>
            </a:r>
          </a:p>
        </p:txBody>
      </p:sp>
    </p:spTree>
    <p:extLst>
      <p:ext uri="{BB962C8B-B14F-4D97-AF65-F5344CB8AC3E}">
        <p14:creationId xmlns:p14="http://schemas.microsoft.com/office/powerpoint/2010/main" val="1051007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4617157" y="873070"/>
            <a:ext cx="7186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0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Diagrama de Escopo do Subprocesso </a:t>
            </a:r>
            <a:r>
              <a:rPr lang="pt-BR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Comunicar Resultados</a:t>
            </a:r>
          </a:p>
        </p:txBody>
      </p:sp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4246539627"/>
              </p:ext>
            </p:extLst>
          </p:nvPr>
        </p:nvGraphicFramePr>
        <p:xfrm>
          <a:off x="790222" y="2819572"/>
          <a:ext cx="11012938" cy="2984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etângulo de cantos arredondados 7"/>
          <p:cNvSpPr/>
          <p:nvPr/>
        </p:nvSpPr>
        <p:spPr>
          <a:xfrm>
            <a:off x="790222" y="1550978"/>
            <a:ext cx="11012938" cy="118093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2419350"/>
            <a:endParaRPr lang="pt-BR" sz="16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083731" y="1609024"/>
            <a:ext cx="1794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REGULADORES</a:t>
            </a:r>
            <a:endParaRPr lang="pt-BR" sz="20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tângulo de cantos arredondados 9"/>
          <p:cNvSpPr/>
          <p:nvPr/>
        </p:nvSpPr>
        <p:spPr>
          <a:xfrm>
            <a:off x="790222" y="5881511"/>
            <a:ext cx="11012938" cy="8620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lvl="0" indent="2416175"/>
            <a:r>
              <a:rPr lang="pt-BR" sz="1600" dirty="0">
                <a:solidFill>
                  <a:schemeClr val="bg1">
                    <a:lumMod val="10000"/>
                  </a:schemeClr>
                </a:solidFill>
              </a:rPr>
              <a:t>Equipe de trabalho</a:t>
            </a:r>
          </a:p>
          <a:p>
            <a:pPr lvl="0" indent="2416175"/>
            <a:r>
              <a:rPr lang="pt-BR" sz="1600" dirty="0" smtClean="0">
                <a:solidFill>
                  <a:schemeClr val="bg1">
                    <a:lumMod val="10000"/>
                  </a:schemeClr>
                </a:solidFill>
              </a:rPr>
              <a:t>Sicoi</a:t>
            </a:r>
          </a:p>
          <a:p>
            <a:pPr indent="1524000"/>
            <a:r>
              <a:rPr lang="pt-BR" sz="1600" dirty="0">
                <a:solidFill>
                  <a:schemeClr val="bg1">
                    <a:lumMod val="10000"/>
                  </a:schemeClr>
                </a:solidFill>
              </a:rPr>
              <a:t>Ferramentas de </a:t>
            </a:r>
            <a:r>
              <a:rPr lang="pt-BR" sz="1600" dirty="0" smtClean="0">
                <a:solidFill>
                  <a:schemeClr val="bg1">
                    <a:lumMod val="10000"/>
                  </a:schemeClr>
                </a:solidFill>
              </a:rPr>
              <a:t>TIC</a:t>
            </a:r>
            <a:endParaRPr lang="pt-BR" sz="16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083731" y="5958604"/>
            <a:ext cx="1794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RECURSOS DE SUPORTE</a:t>
            </a:r>
            <a:endParaRPr lang="pt-BR" sz="20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239909" y="1609024"/>
            <a:ext cx="3702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</a:rPr>
              <a:t>Legislação aplicável (</a:t>
            </a:r>
            <a:r>
              <a:rPr lang="pt-BR" sz="1600" dirty="0" smtClean="0">
                <a:solidFill>
                  <a:srgbClr val="000000"/>
                </a:solidFill>
              </a:rPr>
              <a:t>CF88, LGPD, LAI)</a:t>
            </a:r>
            <a:endParaRPr lang="pt-BR" sz="1600" dirty="0">
              <a:solidFill>
                <a:srgbClr val="000000"/>
              </a:solidFill>
            </a:endParaRPr>
          </a:p>
          <a:p>
            <a:pPr lvl="0"/>
            <a:r>
              <a:rPr lang="pt-BR" sz="1600" dirty="0">
                <a:solidFill>
                  <a:schemeClr val="bg1">
                    <a:lumMod val="10000"/>
                  </a:schemeClr>
                </a:solidFill>
              </a:rPr>
              <a:t>Normas e padrões de auditoria (IIA, TCU)</a:t>
            </a:r>
          </a:p>
          <a:p>
            <a:pPr lvl="0"/>
            <a:r>
              <a:rPr lang="pt-BR" sz="1600" dirty="0">
                <a:solidFill>
                  <a:schemeClr val="bg1">
                    <a:lumMod val="10000"/>
                  </a:schemeClr>
                </a:solidFill>
              </a:rPr>
              <a:t>Boas práticas da atividade de auditoria (</a:t>
            </a:r>
            <a:r>
              <a:rPr lang="pt-BR" sz="1600" dirty="0" err="1">
                <a:solidFill>
                  <a:schemeClr val="bg1">
                    <a:lumMod val="10000"/>
                  </a:schemeClr>
                </a:solidFill>
              </a:rPr>
              <a:t>Intosai</a:t>
            </a:r>
            <a:r>
              <a:rPr lang="pt-BR" sz="1600" dirty="0">
                <a:solidFill>
                  <a:schemeClr val="bg1">
                    <a:lumMod val="10000"/>
                  </a:schemeClr>
                </a:solidFill>
              </a:rPr>
              <a:t>, Coso, </a:t>
            </a:r>
            <a:r>
              <a:rPr lang="pt-BR" sz="1600" dirty="0" err="1">
                <a:solidFill>
                  <a:schemeClr val="bg1">
                    <a:lumMod val="10000"/>
                  </a:schemeClr>
                </a:solidFill>
              </a:rPr>
              <a:t>Cobit</a:t>
            </a:r>
            <a:r>
              <a:rPr lang="pt-BR" sz="1600" dirty="0">
                <a:solidFill>
                  <a:schemeClr val="bg1">
                    <a:lumMod val="10000"/>
                  </a:schemeClr>
                </a:solidFill>
              </a:rPr>
              <a:t>, CFC, CGU, ISO, ABNT</a:t>
            </a:r>
            <a:r>
              <a:rPr lang="pt-BR" sz="1600" dirty="0" smtClean="0">
                <a:solidFill>
                  <a:schemeClr val="bg1">
                    <a:lumMod val="10000"/>
                  </a:schemeClr>
                </a:solidFill>
              </a:rPr>
              <a:t>)</a:t>
            </a:r>
            <a:endParaRPr lang="pt-BR" sz="16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7874001" y="1609024"/>
            <a:ext cx="3527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1600" dirty="0" smtClean="0">
                <a:solidFill>
                  <a:schemeClr val="bg1">
                    <a:lumMod val="10000"/>
                  </a:schemeClr>
                </a:solidFill>
              </a:rPr>
              <a:t>Estatuto </a:t>
            </a:r>
            <a:r>
              <a:rPr lang="pt-BR" sz="1600" dirty="0">
                <a:solidFill>
                  <a:schemeClr val="bg1">
                    <a:lumMod val="10000"/>
                  </a:schemeClr>
                </a:solidFill>
              </a:rPr>
              <a:t>de Controle Interno</a:t>
            </a:r>
          </a:p>
          <a:p>
            <a:pPr lvl="0"/>
            <a:r>
              <a:rPr lang="pt-BR" sz="1600" dirty="0">
                <a:solidFill>
                  <a:schemeClr val="bg1">
                    <a:lumMod val="10000"/>
                  </a:schemeClr>
                </a:solidFill>
              </a:rPr>
              <a:t>Manual e roteiro de auditoria da Secin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0452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Subprocesso Comunicar Resultados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952183940"/>
              </p:ext>
            </p:extLst>
          </p:nvPr>
        </p:nvGraphicFramePr>
        <p:xfrm>
          <a:off x="745067" y="1546578"/>
          <a:ext cx="8128000" cy="4862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CaixaDeTexto 9"/>
          <p:cNvSpPr txBox="1"/>
          <p:nvPr/>
        </p:nvSpPr>
        <p:spPr>
          <a:xfrm>
            <a:off x="8231291" y="1182925"/>
            <a:ext cx="6321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√</a:t>
            </a:r>
            <a:endParaRPr lang="pt-BR" sz="8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3856000" y="1182924"/>
            <a:ext cx="6321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√</a:t>
            </a:r>
            <a:endParaRPr lang="pt-BR" sz="8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387792" y="3796064"/>
            <a:ext cx="2804208" cy="1409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pt-BR" sz="20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Os reguladores e recursos de suporte são os mesmos do processo principal? </a:t>
            </a:r>
            <a:endParaRPr lang="pt-BR" sz="2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Elipse 7"/>
          <p:cNvSpPr/>
          <p:nvPr/>
        </p:nvSpPr>
        <p:spPr>
          <a:xfrm>
            <a:off x="9387792" y="1481948"/>
            <a:ext cx="2205897" cy="2166902"/>
          </a:xfrm>
          <a:prstGeom prst="ellipse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000" b="-17000"/>
            </a:stretch>
          </a:blip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2700" prstMaterial="flat">
            <a:bevelT w="177800" h="254000"/>
            <a:bevelB w="1524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892311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453136" y="873070"/>
            <a:ext cx="535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pt-BR" sz="2400" b="1" dirty="0" smtClean="0">
                <a:solidFill>
                  <a:srgbClr val="000000"/>
                </a:solidFill>
                <a:latin typeface="Arial Narrow" panose="020B0606020202030204" pitchFamily="34" charset="0"/>
              </a:rPr>
              <a:t>Subprocesso Comunicar Resultados</a:t>
            </a:r>
            <a:endParaRPr lang="pt-BR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701295471"/>
              </p:ext>
            </p:extLst>
          </p:nvPr>
        </p:nvGraphicFramePr>
        <p:xfrm>
          <a:off x="745066" y="1546578"/>
          <a:ext cx="11058093" cy="4955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077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Camara paleta">
      <a:dk1>
        <a:srgbClr val="595959"/>
      </a:dk1>
      <a:lt1>
        <a:srgbClr val="E2DFCC"/>
      </a:lt1>
      <a:dk2>
        <a:srgbClr val="5B7343"/>
      </a:dk2>
      <a:lt2>
        <a:srgbClr val="99CB38"/>
      </a:lt2>
      <a:accent1>
        <a:srgbClr val="99CB38"/>
      </a:accent1>
      <a:accent2>
        <a:srgbClr val="FFBD59"/>
      </a:accent2>
      <a:accent3>
        <a:srgbClr val="387293"/>
      </a:accent3>
      <a:accent4>
        <a:srgbClr val="B500B5"/>
      </a:accent4>
      <a:accent5>
        <a:srgbClr val="1DA838"/>
      </a:accent5>
      <a:accent6>
        <a:srgbClr val="007CC3"/>
      </a:accent6>
      <a:hlink>
        <a:srgbClr val="007CC3"/>
      </a:hlink>
      <a:folHlink>
        <a:srgbClr val="387293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28499</TotalTime>
  <Words>1965</Words>
  <Application>Microsoft Office PowerPoint</Application>
  <PresentationFormat>Widescreen</PresentationFormat>
  <Paragraphs>374</Paragraphs>
  <Slides>24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3" baseType="lpstr">
      <vt:lpstr>Agency FB</vt:lpstr>
      <vt:lpstr>Arial</vt:lpstr>
      <vt:lpstr>Arial Narrow</vt:lpstr>
      <vt:lpstr>Bernard MT Condensed</vt:lpstr>
      <vt:lpstr>Calibri</vt:lpstr>
      <vt:lpstr>Calibri Light</vt:lpstr>
      <vt:lpstr>Segoe UI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CÂMARA DOS DEPUTADOS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Cynthia Sims Belleza</dc:creator>
  <cp:lastModifiedBy>Rommel Gomes Resende</cp:lastModifiedBy>
  <cp:revision>671</cp:revision>
  <cp:lastPrinted>2023-06-21T20:17:15Z</cp:lastPrinted>
  <dcterms:created xsi:type="dcterms:W3CDTF">2022-08-17T18:26:04Z</dcterms:created>
  <dcterms:modified xsi:type="dcterms:W3CDTF">2026-02-23T18:36:24Z</dcterms:modified>
</cp:coreProperties>
</file>